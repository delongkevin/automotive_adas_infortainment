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1" r:id="rId3"/>
    <p:sldId id="266" r:id="rId4"/>
    <p:sldId id="263" r:id="rId5"/>
    <p:sldId id="267" r:id="rId6"/>
    <p:sldId id="264" r:id="rId7"/>
    <p:sldId id="268" r:id="rId8"/>
    <p:sldId id="265" r:id="rId9"/>
    <p:sldId id="262" r:id="rId10"/>
  </p:sldIdLst>
  <p:sldSz cx="12192000" cy="6858000"/>
  <p:notesSz cx="6858000" cy="9144000"/>
  <p:custDataLst>
    <p:tags r:id="rId13"/>
  </p:custData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llanmörkt format 2 - Dekorfär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llanmörkt format 2 - Dekorfär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llanmörkt format 2 - Dekorfär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88924" autoAdjust="0"/>
  </p:normalViewPr>
  <p:slideViewPr>
    <p:cSldViewPr showGuides="1">
      <p:cViewPr varScale="1">
        <p:scale>
          <a:sx n="86" d="100"/>
          <a:sy n="86" d="100"/>
        </p:scale>
        <p:origin x="73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3" d="100"/>
          <a:sy n="93" d="100"/>
        </p:scale>
        <p:origin x="362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Nicoara" userId="681dd007-4cca-4fe2-a9ff-2edcf4d91bd3" providerId="ADAL" clId="{E72FEA1D-D57D-417F-A9AF-01113532E841}"/>
    <pc:docChg chg="undo custSel addSld delSld modSld modMainMaster">
      <pc:chgData name="Sebastian Nicoara" userId="681dd007-4cca-4fe2-a9ff-2edcf4d91bd3" providerId="ADAL" clId="{E72FEA1D-D57D-417F-A9AF-01113532E841}" dt="2018-07-04T08:40:07.308" v="1216" actId="1076"/>
      <pc:docMkLst>
        <pc:docMk/>
      </pc:docMkLst>
      <pc:sldChg chg="modSp">
        <pc:chgData name="Sebastian Nicoara" userId="681dd007-4cca-4fe2-a9ff-2edcf4d91bd3" providerId="ADAL" clId="{E72FEA1D-D57D-417F-A9AF-01113532E841}" dt="2018-06-11T12:13:17.551" v="367" actId="20577"/>
        <pc:sldMkLst>
          <pc:docMk/>
          <pc:sldMk cId="1116698244" sldId="257"/>
        </pc:sldMkLst>
        <pc:spChg chg="mod">
          <ac:chgData name="Sebastian Nicoara" userId="681dd007-4cca-4fe2-a9ff-2edcf4d91bd3" providerId="ADAL" clId="{E72FEA1D-D57D-417F-A9AF-01113532E841}" dt="2018-06-11T12:13:17.551" v="367" actId="20577"/>
          <ac:spMkLst>
            <pc:docMk/>
            <pc:sldMk cId="1116698244" sldId="257"/>
            <ac:spMk id="5" creationId="{113E3846-0B4B-43A6-8E12-C42EA56C7946}"/>
          </ac:spMkLst>
        </pc:spChg>
        <pc:spChg chg="mod">
          <ac:chgData name="Sebastian Nicoara" userId="681dd007-4cca-4fe2-a9ff-2edcf4d91bd3" providerId="ADAL" clId="{E72FEA1D-D57D-417F-A9AF-01113532E841}" dt="2018-06-11T12:11:45.951" v="282" actId="20577"/>
          <ac:spMkLst>
            <pc:docMk/>
            <pc:sldMk cId="1116698244" sldId="257"/>
            <ac:spMk id="15" creationId="{E801B208-2892-412A-9A8A-6CB8673D323F}"/>
          </ac:spMkLst>
        </pc:spChg>
      </pc:sldChg>
      <pc:sldChg chg="addSp delSp modSp">
        <pc:chgData name="Sebastian Nicoara" userId="681dd007-4cca-4fe2-a9ff-2edcf4d91bd3" providerId="ADAL" clId="{E72FEA1D-D57D-417F-A9AF-01113532E841}" dt="2018-07-04T08:37:09.278" v="1204" actId="20577"/>
        <pc:sldMkLst>
          <pc:docMk/>
          <pc:sldMk cId="3287411405" sldId="261"/>
        </pc:sldMkLst>
        <pc:spChg chg="add del">
          <ac:chgData name="Sebastian Nicoara" userId="681dd007-4cca-4fe2-a9ff-2edcf4d91bd3" providerId="ADAL" clId="{E72FEA1D-D57D-417F-A9AF-01113532E841}" dt="2018-06-11T12:12:54.367" v="339" actId="478"/>
          <ac:spMkLst>
            <pc:docMk/>
            <pc:sldMk cId="3287411405" sldId="261"/>
            <ac:spMk id="4" creationId="{D6165E9C-6D09-489D-8C7E-47906DEB6552}"/>
          </ac:spMkLst>
        </pc:spChg>
        <pc:spChg chg="add del">
          <ac:chgData name="Sebastian Nicoara" userId="681dd007-4cca-4fe2-a9ff-2edcf4d91bd3" providerId="ADAL" clId="{E72FEA1D-D57D-417F-A9AF-01113532E841}" dt="2018-06-11T12:12:35.920" v="328" actId="478"/>
          <ac:spMkLst>
            <pc:docMk/>
            <pc:sldMk cId="3287411405" sldId="261"/>
            <ac:spMk id="14" creationId="{E9AB645E-B5A0-405A-9FA3-9131E9AA8686}"/>
          </ac:spMkLst>
        </pc:spChg>
        <pc:spChg chg="add del">
          <ac:chgData name="Sebastian Nicoara" userId="681dd007-4cca-4fe2-a9ff-2edcf4d91bd3" providerId="ADAL" clId="{E72FEA1D-D57D-417F-A9AF-01113532E841}" dt="2018-06-11T12:12:37.119" v="330" actId="478"/>
          <ac:spMkLst>
            <pc:docMk/>
            <pc:sldMk cId="3287411405" sldId="261"/>
            <ac:spMk id="15" creationId="{4B5FEE74-91FD-4DAB-A8B1-6CC19DACB49C}"/>
          </ac:spMkLst>
        </pc:spChg>
        <pc:spChg chg="add del">
          <ac:chgData name="Sebastian Nicoara" userId="681dd007-4cca-4fe2-a9ff-2edcf4d91bd3" providerId="ADAL" clId="{E72FEA1D-D57D-417F-A9AF-01113532E841}" dt="2018-06-11T12:12:39.212" v="333" actId="478"/>
          <ac:spMkLst>
            <pc:docMk/>
            <pc:sldMk cId="3287411405" sldId="261"/>
            <ac:spMk id="16" creationId="{FBAED2A4-BE80-4780-9D01-E49C02AFA966}"/>
          </ac:spMkLst>
        </pc:spChg>
        <pc:spChg chg="add del">
          <ac:chgData name="Sebastian Nicoara" userId="681dd007-4cca-4fe2-a9ff-2edcf4d91bd3" providerId="ADAL" clId="{E72FEA1D-D57D-417F-A9AF-01113532E841}" dt="2018-06-11T12:12:52.366" v="338" actId="478"/>
          <ac:spMkLst>
            <pc:docMk/>
            <pc:sldMk cId="3287411405" sldId="261"/>
            <ac:spMk id="17" creationId="{18D4BF15-8120-436D-9C97-D285D080347B}"/>
          </ac:spMkLst>
        </pc:spChg>
        <pc:spChg chg="mod">
          <ac:chgData name="Sebastian Nicoara" userId="681dd007-4cca-4fe2-a9ff-2edcf4d91bd3" providerId="ADAL" clId="{E72FEA1D-D57D-417F-A9AF-01113532E841}" dt="2018-07-04T08:37:09.278" v="1204" actId="20577"/>
          <ac:spMkLst>
            <pc:docMk/>
            <pc:sldMk cId="3287411405" sldId="261"/>
            <ac:spMk id="20" creationId="{7C0A9613-0766-4E12-AC1B-60CE1B6322AF}"/>
          </ac:spMkLst>
        </pc:spChg>
        <pc:picChg chg="del">
          <ac:chgData name="Sebastian Nicoara" userId="681dd007-4cca-4fe2-a9ff-2edcf4d91bd3" providerId="ADAL" clId="{E72FEA1D-D57D-417F-A9AF-01113532E841}" dt="2018-06-12T12:56:33.061" v="824" actId="478"/>
          <ac:picMkLst>
            <pc:docMk/>
            <pc:sldMk cId="3287411405" sldId="261"/>
            <ac:picMk id="9" creationId="{1E044EDE-1F6C-4866-8D80-0B24CC4DA038}"/>
          </ac:picMkLst>
        </pc:picChg>
      </pc:sldChg>
      <pc:sldChg chg="delSp">
        <pc:chgData name="Sebastian Nicoara" userId="681dd007-4cca-4fe2-a9ff-2edcf4d91bd3" providerId="ADAL" clId="{E72FEA1D-D57D-417F-A9AF-01113532E841}" dt="2018-06-25T11:33:13.571" v="1129"/>
        <pc:sldMkLst>
          <pc:docMk/>
          <pc:sldMk cId="827481703" sldId="262"/>
        </pc:sldMkLst>
        <pc:spChg chg="del">
          <ac:chgData name="Sebastian Nicoara" userId="681dd007-4cca-4fe2-a9ff-2edcf4d91bd3" providerId="ADAL" clId="{E72FEA1D-D57D-417F-A9AF-01113532E841}" dt="2018-06-25T11:33:13.571" v="1129"/>
          <ac:spMkLst>
            <pc:docMk/>
            <pc:sldMk cId="827481703" sldId="262"/>
            <ac:spMk id="15" creationId="{4FACD7A7-B9B4-45ED-83A8-4593E4F9F09A}"/>
          </ac:spMkLst>
        </pc:spChg>
      </pc:sldChg>
      <pc:sldChg chg="addSp delSp modSp">
        <pc:chgData name="Sebastian Nicoara" userId="681dd007-4cca-4fe2-a9ff-2edcf4d91bd3" providerId="ADAL" clId="{E72FEA1D-D57D-417F-A9AF-01113532E841}" dt="2018-06-12T13:06:24.268" v="1033" actId="20577"/>
        <pc:sldMkLst>
          <pc:docMk/>
          <pc:sldMk cId="4235275904" sldId="263"/>
        </pc:sldMkLst>
        <pc:spChg chg="mod">
          <ac:chgData name="Sebastian Nicoara" userId="681dd007-4cca-4fe2-a9ff-2edcf4d91bd3" providerId="ADAL" clId="{E72FEA1D-D57D-417F-A9AF-01113532E841}" dt="2018-06-12T13:06:24.268" v="1033" actId="20577"/>
          <ac:spMkLst>
            <pc:docMk/>
            <pc:sldMk cId="4235275904" sldId="263"/>
            <ac:spMk id="20" creationId="{7C0A9613-0766-4E12-AC1B-60CE1B6322AF}"/>
          </ac:spMkLst>
        </pc:spChg>
        <pc:picChg chg="add del mod">
          <ac:chgData name="Sebastian Nicoara" userId="681dd007-4cca-4fe2-a9ff-2edcf4d91bd3" providerId="ADAL" clId="{E72FEA1D-D57D-417F-A9AF-01113532E841}" dt="2018-06-11T12:09:51.456" v="247" actId="692"/>
          <ac:picMkLst>
            <pc:docMk/>
            <pc:sldMk cId="4235275904" sldId="263"/>
            <ac:picMk id="2" creationId="{046202E9-83F6-4427-8790-E7214189BB01}"/>
          </ac:picMkLst>
        </pc:picChg>
        <pc:picChg chg="add del mod">
          <ac:chgData name="Sebastian Nicoara" userId="681dd007-4cca-4fe2-a9ff-2edcf4d91bd3" providerId="ADAL" clId="{E72FEA1D-D57D-417F-A9AF-01113532E841}" dt="2018-06-12T13:06:02.472" v="1021" actId="478"/>
          <ac:picMkLst>
            <pc:docMk/>
            <pc:sldMk cId="4235275904" sldId="263"/>
            <ac:picMk id="3" creationId="{37B6E64F-E350-4041-9120-990B2FE29A86}"/>
          </ac:picMkLst>
        </pc:picChg>
      </pc:sldChg>
      <pc:sldChg chg="addSp delSp modSp add">
        <pc:chgData name="Sebastian Nicoara" userId="681dd007-4cca-4fe2-a9ff-2edcf4d91bd3" providerId="ADAL" clId="{E72FEA1D-D57D-417F-A9AF-01113532E841}" dt="2018-06-12T13:11:59.917" v="1098" actId="20577"/>
        <pc:sldMkLst>
          <pc:docMk/>
          <pc:sldMk cId="749710760" sldId="264"/>
        </pc:sldMkLst>
        <pc:spChg chg="mod">
          <ac:chgData name="Sebastian Nicoara" userId="681dd007-4cca-4fe2-a9ff-2edcf4d91bd3" providerId="ADAL" clId="{E72FEA1D-D57D-417F-A9AF-01113532E841}" dt="2018-06-11T12:04:07.627" v="58" actId="20577"/>
          <ac:spMkLst>
            <pc:docMk/>
            <pc:sldMk cId="749710760" sldId="264"/>
            <ac:spMk id="19" creationId="{9BA22159-DA8D-4C2C-AC14-D5E95E7C9D86}"/>
          </ac:spMkLst>
        </pc:spChg>
        <pc:spChg chg="mod">
          <ac:chgData name="Sebastian Nicoara" userId="681dd007-4cca-4fe2-a9ff-2edcf4d91bd3" providerId="ADAL" clId="{E72FEA1D-D57D-417F-A9AF-01113532E841}" dt="2018-06-12T13:11:59.917" v="1098" actId="20577"/>
          <ac:spMkLst>
            <pc:docMk/>
            <pc:sldMk cId="749710760" sldId="264"/>
            <ac:spMk id="20" creationId="{7C0A9613-0766-4E12-AC1B-60CE1B6322AF}"/>
          </ac:spMkLst>
        </pc:spChg>
        <pc:picChg chg="del">
          <ac:chgData name="Sebastian Nicoara" userId="681dd007-4cca-4fe2-a9ff-2edcf4d91bd3" providerId="ADAL" clId="{E72FEA1D-D57D-417F-A9AF-01113532E841}" dt="2018-06-11T12:04:12.992" v="59" actId="478"/>
          <ac:picMkLst>
            <pc:docMk/>
            <pc:sldMk cId="749710760" sldId="264"/>
            <ac:picMk id="2" creationId="{046202E9-83F6-4427-8790-E7214189BB01}"/>
          </ac:picMkLst>
        </pc:picChg>
        <pc:picChg chg="add del mod">
          <ac:chgData name="Sebastian Nicoara" userId="681dd007-4cca-4fe2-a9ff-2edcf4d91bd3" providerId="ADAL" clId="{E72FEA1D-D57D-417F-A9AF-01113532E841}" dt="2018-06-12T13:11:11.292" v="1060" actId="478"/>
          <ac:picMkLst>
            <pc:docMk/>
            <pc:sldMk cId="749710760" sldId="264"/>
            <ac:picMk id="3" creationId="{DF121DD3-2E0B-4D70-ABF7-D82158A12663}"/>
          </ac:picMkLst>
        </pc:picChg>
      </pc:sldChg>
      <pc:sldChg chg="addSp delSp modSp add">
        <pc:chgData name="Sebastian Nicoara" userId="681dd007-4cca-4fe2-a9ff-2edcf4d91bd3" providerId="ADAL" clId="{E72FEA1D-D57D-417F-A9AF-01113532E841}" dt="2018-06-11T12:22:29.152" v="823" actId="1076"/>
        <pc:sldMkLst>
          <pc:docMk/>
          <pc:sldMk cId="3044758687" sldId="265"/>
        </pc:sldMkLst>
        <pc:spChg chg="mod">
          <ac:chgData name="Sebastian Nicoara" userId="681dd007-4cca-4fe2-a9ff-2edcf4d91bd3" providerId="ADAL" clId="{E72FEA1D-D57D-417F-A9AF-01113532E841}" dt="2018-06-11T12:13:48.350" v="375" actId="20577"/>
          <ac:spMkLst>
            <pc:docMk/>
            <pc:sldMk cId="3044758687" sldId="265"/>
            <ac:spMk id="19" creationId="{9BA22159-DA8D-4C2C-AC14-D5E95E7C9D86}"/>
          </ac:spMkLst>
        </pc:spChg>
        <pc:spChg chg="mod">
          <ac:chgData name="Sebastian Nicoara" userId="681dd007-4cca-4fe2-a9ff-2edcf4d91bd3" providerId="ADAL" clId="{E72FEA1D-D57D-417F-A9AF-01113532E841}" dt="2018-06-11T12:16:46.700" v="821" actId="20577"/>
          <ac:spMkLst>
            <pc:docMk/>
            <pc:sldMk cId="3044758687" sldId="265"/>
            <ac:spMk id="20" creationId="{7C0A9613-0766-4E12-AC1B-60CE1B6322AF}"/>
          </ac:spMkLst>
        </pc:spChg>
        <pc:picChg chg="add mod">
          <ac:chgData name="Sebastian Nicoara" userId="681dd007-4cca-4fe2-a9ff-2edcf4d91bd3" providerId="ADAL" clId="{E72FEA1D-D57D-417F-A9AF-01113532E841}" dt="2018-06-11T12:22:29.152" v="823" actId="1076"/>
          <ac:picMkLst>
            <pc:docMk/>
            <pc:sldMk cId="3044758687" sldId="265"/>
            <ac:picMk id="2" creationId="{F4078058-912A-470F-9031-0CB0A7A7278C}"/>
          </ac:picMkLst>
        </pc:picChg>
        <pc:picChg chg="del">
          <ac:chgData name="Sebastian Nicoara" userId="681dd007-4cca-4fe2-a9ff-2edcf4d91bd3" providerId="ADAL" clId="{E72FEA1D-D57D-417F-A9AF-01113532E841}" dt="2018-06-11T12:13:45.421" v="370" actId="478"/>
          <ac:picMkLst>
            <pc:docMk/>
            <pc:sldMk cId="3044758687" sldId="265"/>
            <ac:picMk id="3" creationId="{DF121DD3-2E0B-4D70-ABF7-D82158A12663}"/>
          </ac:picMkLst>
        </pc:picChg>
      </pc:sldChg>
      <pc:sldChg chg="addSp delSp modSp add">
        <pc:chgData name="Sebastian Nicoara" userId="681dd007-4cca-4fe2-a9ff-2edcf4d91bd3" providerId="ADAL" clId="{E72FEA1D-D57D-417F-A9AF-01113532E841}" dt="2018-07-04T08:37:37.244" v="1208" actId="1076"/>
        <pc:sldMkLst>
          <pc:docMk/>
          <pc:sldMk cId="2926213562" sldId="266"/>
        </pc:sldMkLst>
        <pc:spChg chg="del">
          <ac:chgData name="Sebastian Nicoara" userId="681dd007-4cca-4fe2-a9ff-2edcf4d91bd3" providerId="ADAL" clId="{E72FEA1D-D57D-417F-A9AF-01113532E841}" dt="2018-06-12T13:03:25.827" v="1010" actId="478"/>
          <ac:spMkLst>
            <pc:docMk/>
            <pc:sldMk cId="2926213562" sldId="266"/>
            <ac:spMk id="2" creationId="{981137DC-9650-4E23-AEC7-93BAF2ACE3E4}"/>
          </ac:spMkLst>
        </pc:spChg>
        <pc:spChg chg="del">
          <ac:chgData name="Sebastian Nicoara" userId="681dd007-4cca-4fe2-a9ff-2edcf4d91bd3" providerId="ADAL" clId="{E72FEA1D-D57D-417F-A9AF-01113532E841}" dt="2018-06-12T13:03:26.962" v="1011" actId="478"/>
          <ac:spMkLst>
            <pc:docMk/>
            <pc:sldMk cId="2926213562" sldId="266"/>
            <ac:spMk id="6" creationId="{BC64B17A-4514-4F90-BC54-9BAA65E45E46}"/>
          </ac:spMkLst>
        </pc:spChg>
        <pc:spChg chg="del">
          <ac:chgData name="Sebastian Nicoara" userId="681dd007-4cca-4fe2-a9ff-2edcf4d91bd3" providerId="ADAL" clId="{E72FEA1D-D57D-417F-A9AF-01113532E841}" dt="2018-06-12T13:03:24.276" v="1009" actId="478"/>
          <ac:spMkLst>
            <pc:docMk/>
            <pc:sldMk cId="2926213562" sldId="266"/>
            <ac:spMk id="7" creationId="{32B7E373-7AFB-48A6-A629-33EA14C6491D}"/>
          </ac:spMkLst>
        </pc:spChg>
        <pc:spChg chg="mod">
          <ac:chgData name="Sebastian Nicoara" userId="681dd007-4cca-4fe2-a9ff-2edcf4d91bd3" providerId="ADAL" clId="{E72FEA1D-D57D-417F-A9AF-01113532E841}" dt="2018-06-12T13:12:27.131" v="1128" actId="20577"/>
          <ac:spMkLst>
            <pc:docMk/>
            <pc:sldMk cId="2926213562" sldId="266"/>
            <ac:spMk id="8" creationId="{099CE336-DBE5-45F9-BB68-424E9B8FDCB4}"/>
          </ac:spMkLst>
        </pc:spChg>
        <pc:picChg chg="add mod">
          <ac:chgData name="Sebastian Nicoara" userId="681dd007-4cca-4fe2-a9ff-2edcf4d91bd3" providerId="ADAL" clId="{E72FEA1D-D57D-417F-A9AF-01113532E841}" dt="2018-07-04T08:37:37.244" v="1208" actId="1076"/>
          <ac:picMkLst>
            <pc:docMk/>
            <pc:sldMk cId="2926213562" sldId="266"/>
            <ac:picMk id="2" creationId="{7DD57EB5-FB38-4AF5-ACBC-9BA852A7D1D4}"/>
          </ac:picMkLst>
        </pc:picChg>
        <pc:picChg chg="add del mod">
          <ac:chgData name="Sebastian Nicoara" userId="681dd007-4cca-4fe2-a9ff-2edcf4d91bd3" providerId="ADAL" clId="{E72FEA1D-D57D-417F-A9AF-01113532E841}" dt="2018-06-12T13:03:44.499" v="1016" actId="478"/>
          <ac:picMkLst>
            <pc:docMk/>
            <pc:sldMk cId="2926213562" sldId="266"/>
            <ac:picMk id="9" creationId="{8C52CFC0-BC34-4613-AC8D-DBDE2B7F7C4E}"/>
          </ac:picMkLst>
        </pc:picChg>
        <pc:picChg chg="add mod">
          <ac:chgData name="Sebastian Nicoara" userId="681dd007-4cca-4fe2-a9ff-2edcf4d91bd3" providerId="ADAL" clId="{E72FEA1D-D57D-417F-A9AF-01113532E841}" dt="2018-06-12T13:05:52.847" v="1020" actId="1076"/>
          <ac:picMkLst>
            <pc:docMk/>
            <pc:sldMk cId="2926213562" sldId="266"/>
            <ac:picMk id="10" creationId="{F36F5430-F552-4446-8367-91E9C367D3A9}"/>
          </ac:picMkLst>
        </pc:picChg>
      </pc:sldChg>
      <pc:sldChg chg="addSp delSp modSp add">
        <pc:chgData name="Sebastian Nicoara" userId="681dd007-4cca-4fe2-a9ff-2edcf4d91bd3" providerId="ADAL" clId="{E72FEA1D-D57D-417F-A9AF-01113532E841}" dt="2018-07-04T08:39:07.293" v="1212" actId="1076"/>
        <pc:sldMkLst>
          <pc:docMk/>
          <pc:sldMk cId="355392650" sldId="267"/>
        </pc:sldMkLst>
        <pc:spChg chg="del">
          <ac:chgData name="Sebastian Nicoara" userId="681dd007-4cca-4fe2-a9ff-2edcf4d91bd3" providerId="ADAL" clId="{E72FEA1D-D57D-417F-A9AF-01113532E841}" dt="2018-06-12T13:09:53.130" v="1036" actId="478"/>
          <ac:spMkLst>
            <pc:docMk/>
            <pc:sldMk cId="355392650" sldId="267"/>
            <ac:spMk id="2" creationId="{1178A20B-DC7D-4CD7-A1C6-B135C21EAF7D}"/>
          </ac:spMkLst>
        </pc:spChg>
        <pc:spChg chg="del">
          <ac:chgData name="Sebastian Nicoara" userId="681dd007-4cca-4fe2-a9ff-2edcf4d91bd3" providerId="ADAL" clId="{E72FEA1D-D57D-417F-A9AF-01113532E841}" dt="2018-06-12T13:09:54.122" v="1037" actId="478"/>
          <ac:spMkLst>
            <pc:docMk/>
            <pc:sldMk cId="355392650" sldId="267"/>
            <ac:spMk id="6" creationId="{493D99E6-C30C-4AC2-9B11-4BB69BF82AB0}"/>
          </ac:spMkLst>
        </pc:spChg>
        <pc:spChg chg="del">
          <ac:chgData name="Sebastian Nicoara" userId="681dd007-4cca-4fe2-a9ff-2edcf4d91bd3" providerId="ADAL" clId="{E72FEA1D-D57D-417F-A9AF-01113532E841}" dt="2018-06-12T13:09:52.379" v="1035" actId="478"/>
          <ac:spMkLst>
            <pc:docMk/>
            <pc:sldMk cId="355392650" sldId="267"/>
            <ac:spMk id="7" creationId="{D18F78D5-8F1D-463E-8DBA-CCCD96490E6E}"/>
          </ac:spMkLst>
        </pc:spChg>
        <pc:spChg chg="mod">
          <ac:chgData name="Sebastian Nicoara" userId="681dd007-4cca-4fe2-a9ff-2edcf4d91bd3" providerId="ADAL" clId="{E72FEA1D-D57D-417F-A9AF-01113532E841}" dt="2018-06-12T13:12:18.811" v="1118" actId="20577"/>
          <ac:spMkLst>
            <pc:docMk/>
            <pc:sldMk cId="355392650" sldId="267"/>
            <ac:spMk id="8" creationId="{7310CFA1-385F-4928-B18E-2C1180C2A8FA}"/>
          </ac:spMkLst>
        </pc:spChg>
        <pc:picChg chg="add mod">
          <ac:chgData name="Sebastian Nicoara" userId="681dd007-4cca-4fe2-a9ff-2edcf4d91bd3" providerId="ADAL" clId="{E72FEA1D-D57D-417F-A9AF-01113532E841}" dt="2018-07-04T08:39:07.293" v="1212" actId="1076"/>
          <ac:picMkLst>
            <pc:docMk/>
            <pc:sldMk cId="355392650" sldId="267"/>
            <ac:picMk id="2" creationId="{27867A0C-F0A2-4058-B4BE-1C43AC15235A}"/>
          </ac:picMkLst>
        </pc:picChg>
        <pc:picChg chg="add del mod">
          <ac:chgData name="Sebastian Nicoara" userId="681dd007-4cca-4fe2-a9ff-2edcf4d91bd3" providerId="ADAL" clId="{E72FEA1D-D57D-417F-A9AF-01113532E841}" dt="2018-07-04T08:38:43.860" v="1209" actId="478"/>
          <ac:picMkLst>
            <pc:docMk/>
            <pc:sldMk cId="355392650" sldId="267"/>
            <ac:picMk id="9" creationId="{71EB9349-43F3-4107-B37B-4CE1BFDFAA02}"/>
          </ac:picMkLst>
        </pc:picChg>
      </pc:sldChg>
      <pc:sldChg chg="addSp delSp modSp add">
        <pc:chgData name="Sebastian Nicoara" userId="681dd007-4cca-4fe2-a9ff-2edcf4d91bd3" providerId="ADAL" clId="{E72FEA1D-D57D-417F-A9AF-01113532E841}" dt="2018-07-04T08:40:07.308" v="1216" actId="1076"/>
        <pc:sldMkLst>
          <pc:docMk/>
          <pc:sldMk cId="180459444" sldId="268"/>
        </pc:sldMkLst>
        <pc:spChg chg="del">
          <ac:chgData name="Sebastian Nicoara" userId="681dd007-4cca-4fe2-a9ff-2edcf4d91bd3" providerId="ADAL" clId="{E72FEA1D-D57D-417F-A9AF-01113532E841}" dt="2018-06-12T13:11:20.539" v="1063" actId="478"/>
          <ac:spMkLst>
            <pc:docMk/>
            <pc:sldMk cId="180459444" sldId="268"/>
            <ac:spMk id="2" creationId="{A2C0F31D-4B20-4A7E-B9E8-F51846879856}"/>
          </ac:spMkLst>
        </pc:spChg>
        <pc:spChg chg="del">
          <ac:chgData name="Sebastian Nicoara" userId="681dd007-4cca-4fe2-a9ff-2edcf4d91bd3" providerId="ADAL" clId="{E72FEA1D-D57D-417F-A9AF-01113532E841}" dt="2018-06-12T13:11:21.482" v="1064" actId="478"/>
          <ac:spMkLst>
            <pc:docMk/>
            <pc:sldMk cId="180459444" sldId="268"/>
            <ac:spMk id="6" creationId="{0552E3F6-7578-4AC5-A132-52B8B45BAC0F}"/>
          </ac:spMkLst>
        </pc:spChg>
        <pc:spChg chg="del">
          <ac:chgData name="Sebastian Nicoara" userId="681dd007-4cca-4fe2-a9ff-2edcf4d91bd3" providerId="ADAL" clId="{E72FEA1D-D57D-417F-A9AF-01113532E841}" dt="2018-06-12T13:11:17.612" v="1062" actId="478"/>
          <ac:spMkLst>
            <pc:docMk/>
            <pc:sldMk cId="180459444" sldId="268"/>
            <ac:spMk id="7" creationId="{52398F78-9E23-4FF9-8F05-42DA5B4B3ED0}"/>
          </ac:spMkLst>
        </pc:spChg>
        <pc:spChg chg="mod">
          <ac:chgData name="Sebastian Nicoara" userId="681dd007-4cca-4fe2-a9ff-2edcf4d91bd3" providerId="ADAL" clId="{E72FEA1D-D57D-417F-A9AF-01113532E841}" dt="2018-06-12T13:12:11.678" v="1108" actId="20577"/>
          <ac:spMkLst>
            <pc:docMk/>
            <pc:sldMk cId="180459444" sldId="268"/>
            <ac:spMk id="8" creationId="{FBAB2CC2-0AA9-41EB-A85A-574B68486DDC}"/>
          </ac:spMkLst>
        </pc:spChg>
        <pc:picChg chg="add mod">
          <ac:chgData name="Sebastian Nicoara" userId="681dd007-4cca-4fe2-a9ff-2edcf4d91bd3" providerId="ADAL" clId="{E72FEA1D-D57D-417F-A9AF-01113532E841}" dt="2018-07-04T08:40:07.308" v="1216" actId="1076"/>
          <ac:picMkLst>
            <pc:docMk/>
            <pc:sldMk cId="180459444" sldId="268"/>
            <ac:picMk id="2" creationId="{9BEC3075-947E-49A5-A04F-61B5E078C6D1}"/>
          </ac:picMkLst>
        </pc:picChg>
        <pc:picChg chg="add del mod">
          <ac:chgData name="Sebastian Nicoara" userId="681dd007-4cca-4fe2-a9ff-2edcf4d91bd3" providerId="ADAL" clId="{E72FEA1D-D57D-417F-A9AF-01113532E841}" dt="2018-07-04T08:40:01.278" v="1213" actId="478"/>
          <ac:picMkLst>
            <pc:docMk/>
            <pc:sldMk cId="180459444" sldId="268"/>
            <ac:picMk id="9" creationId="{B633CD70-F3A6-4D7B-BCC4-35E8C8AAB2F0}"/>
          </ac:picMkLst>
        </pc:picChg>
      </pc:sldChg>
      <pc:sldMasterChg chg="addSp modSp">
        <pc:chgData name="Sebastian Nicoara" userId="681dd007-4cca-4fe2-a9ff-2edcf4d91bd3" providerId="ADAL" clId="{E72FEA1D-D57D-417F-A9AF-01113532E841}" dt="2018-06-11T12:01:08.779" v="29" actId="1076"/>
        <pc:sldMasterMkLst>
          <pc:docMk/>
          <pc:sldMasterMk cId="4101440307" sldId="2147483935"/>
        </pc:sldMasterMkLst>
        <pc:spChg chg="add mod ord">
          <ac:chgData name="Sebastian Nicoara" userId="681dd007-4cca-4fe2-a9ff-2edcf4d91bd3" providerId="ADAL" clId="{E72FEA1D-D57D-417F-A9AF-01113532E841}" dt="2018-06-11T12:01:08.779" v="29" actId="1076"/>
          <ac:spMkLst>
            <pc:docMk/>
            <pc:sldMasterMk cId="4101440307" sldId="2147483935"/>
            <ac:spMk id="8" creationId="{245A97F1-1C65-47DE-9CEB-C649912C3CAA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2169D944-B235-4A18-8468-F72DA30269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54C7A2D-010D-46B7-BC21-84345EF1C4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0C988-F826-4199-93E0-990979D07241}" type="datetimeFigureOut">
              <a:rPr lang="en-US" sz="1050" smtClean="0"/>
              <a:t>7/4/2018</a:t>
            </a:fld>
            <a:endParaRPr lang="en-US" sz="105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C4E0068-B04C-477B-ABD0-1DD282EA9C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414DEEC-7294-4A17-A757-7D77754751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042132" y="8685213"/>
            <a:ext cx="8312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07427-D988-4710-9E92-F0F4D82A7875}" type="slidenum">
              <a:rPr lang="en-US" sz="1050" smtClean="0"/>
              <a:t>‹#›</a:t>
            </a:fld>
            <a:endParaRPr lang="en-US" sz="1050"/>
          </a:p>
        </p:txBody>
      </p:sp>
      <p:grpSp>
        <p:nvGrpSpPr>
          <p:cNvPr id="6" name="Grupp 5">
            <a:extLst>
              <a:ext uri="{FF2B5EF4-FFF2-40B4-BE49-F238E27FC236}">
                <a16:creationId xmlns:a16="http://schemas.microsoft.com/office/drawing/2014/main" id="{940B98E9-B740-4576-821F-8CC166C9A0D4}"/>
              </a:ext>
            </a:extLst>
          </p:cNvPr>
          <p:cNvGrpSpPr/>
          <p:nvPr/>
        </p:nvGrpSpPr>
        <p:grpSpPr>
          <a:xfrm>
            <a:off x="5599329" y="8774141"/>
            <a:ext cx="943519" cy="132639"/>
            <a:chOff x="10052051" y="6354763"/>
            <a:chExt cx="1592262" cy="223838"/>
          </a:xfrm>
          <a:solidFill>
            <a:schemeClr val="accent1"/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2D5BF00-27A4-4E58-8D4D-8B2B679691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63313" y="6354763"/>
              <a:ext cx="230188" cy="223838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6CFA0EA-43B2-4DFE-98B3-A17A44434E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14076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3F48698-E339-4250-BF70-2E5F74DA8B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17188" y="6354763"/>
              <a:ext cx="233363" cy="223838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1C594200-4E66-410C-9C38-6C3D757415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267951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C00BFE9B-59D7-4D7B-91E3-C3EBA7E7F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52051" y="6361113"/>
              <a:ext cx="225425" cy="212725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394DAC2-B718-4020-ACA1-77492710F5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75951" y="6354763"/>
              <a:ext cx="212725" cy="217488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729A2910-C579-491F-A664-D864FCD3CF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14138" y="6354763"/>
              <a:ext cx="130175" cy="217488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0357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8E02222F-50E1-4509-B887-94F5B68096E1}" type="datetimeFigureOut">
              <a:rPr lang="sv-SE" smtClean="0"/>
              <a:pPr/>
              <a:t>2018-07-04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021583" y="8685213"/>
            <a:ext cx="738759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A65F7381-3F52-47E1-AECF-CE0731E8E104}" type="slidenum">
              <a:rPr lang="sv-SE" smtClean="0"/>
              <a:pPr/>
              <a:t>‹#›</a:t>
            </a:fld>
            <a:endParaRPr lang="sv-SE"/>
          </a:p>
        </p:txBody>
      </p:sp>
      <p:grpSp>
        <p:nvGrpSpPr>
          <p:cNvPr id="8" name="Grupp 7">
            <a:extLst>
              <a:ext uri="{FF2B5EF4-FFF2-40B4-BE49-F238E27FC236}">
                <a16:creationId xmlns:a16="http://schemas.microsoft.com/office/drawing/2014/main" id="{90E01E7E-1F03-4FE8-90AA-F84AD63C0B62}"/>
              </a:ext>
            </a:extLst>
          </p:cNvPr>
          <p:cNvGrpSpPr/>
          <p:nvPr/>
        </p:nvGrpSpPr>
        <p:grpSpPr>
          <a:xfrm>
            <a:off x="5599329" y="8774141"/>
            <a:ext cx="943519" cy="132639"/>
            <a:chOff x="10052051" y="6354763"/>
            <a:chExt cx="1592262" cy="223838"/>
          </a:xfrm>
          <a:solidFill>
            <a:schemeClr val="accent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A58F15F-A7E3-47DE-BEAB-A4476B0683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63313" y="6354763"/>
              <a:ext cx="230188" cy="223838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C9E4AC6C-C984-4B64-9031-15ED8DC8F1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14076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04443661-978B-47CF-AC9B-F61AA82B9A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17188" y="6354763"/>
              <a:ext cx="233363" cy="223838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4CABAFB-F3C9-433D-9246-4883CCBB30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267951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497A2E06-2631-4CC3-A486-F077448CF7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52051" y="6361113"/>
              <a:ext cx="225425" cy="212725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0E8ADC2-E280-415F-AFF6-FF70E83EDC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75951" y="6354763"/>
              <a:ext cx="212725" cy="217488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2836AF2-711E-487E-A6FE-592C33FF87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14138" y="6354763"/>
              <a:ext cx="130175" cy="217488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24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5F7381-3F52-47E1-AECF-CE0731E8E104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13022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5F7381-3F52-47E1-AECF-CE0731E8E104}" type="slidenum">
              <a:rPr lang="sv-SE" smtClean="0"/>
              <a:pPr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1286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ktangel 18">
            <a:extLst>
              <a:ext uri="{FF2B5EF4-FFF2-40B4-BE49-F238E27FC236}">
                <a16:creationId xmlns:a16="http://schemas.microsoft.com/office/drawing/2014/main" id="{D3129C41-1ACD-4F45-A117-8CF52CAE4966}"/>
              </a:ext>
            </a:extLst>
          </p:cNvPr>
          <p:cNvSpPr/>
          <p:nvPr/>
        </p:nvSpPr>
        <p:spPr bwMode="gray">
          <a:xfrm>
            <a:off x="0" y="0"/>
            <a:ext cx="12192000" cy="6597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16" name="Frihandsfigur: Form 15">
            <a:extLst>
              <a:ext uri="{FF2B5EF4-FFF2-40B4-BE49-F238E27FC236}">
                <a16:creationId xmlns:a16="http://schemas.microsoft.com/office/drawing/2014/main" id="{62F50D0A-60F2-40F2-8DE1-B9EB89D14D95}"/>
              </a:ext>
            </a:extLst>
          </p:cNvPr>
          <p:cNvSpPr/>
          <p:nvPr/>
        </p:nvSpPr>
        <p:spPr bwMode="gray">
          <a:xfrm>
            <a:off x="6584540" y="39367"/>
            <a:ext cx="5607461" cy="6818633"/>
          </a:xfrm>
          <a:custGeom>
            <a:avLst/>
            <a:gdLst>
              <a:gd name="connsiteX0" fmla="*/ 5607461 w 5607461"/>
              <a:gd name="connsiteY0" fmla="*/ 0 h 6823406"/>
              <a:gd name="connsiteX1" fmla="*/ 5607461 w 5607461"/>
              <a:gd name="connsiteY1" fmla="*/ 2148943 h 6823406"/>
              <a:gd name="connsiteX2" fmla="*/ 3731769 w 5607461"/>
              <a:gd name="connsiteY2" fmla="*/ 3891773 h 6823406"/>
              <a:gd name="connsiteX3" fmla="*/ 2446775 w 5607461"/>
              <a:gd name="connsiteY3" fmla="*/ 6823406 h 6823406"/>
              <a:gd name="connsiteX4" fmla="*/ 0 w 5607461"/>
              <a:gd name="connsiteY4" fmla="*/ 6823406 h 6823406"/>
              <a:gd name="connsiteX5" fmla="*/ 1402783 w 5607461"/>
              <a:gd name="connsiteY5" fmla="*/ 3399404 h 6823406"/>
              <a:gd name="connsiteX6" fmla="*/ 5424834 w 5607461"/>
              <a:gd name="connsiteY6" fmla="*/ 6758 h 682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7461" h="6823406">
                <a:moveTo>
                  <a:pt x="5607461" y="0"/>
                </a:moveTo>
                <a:lnTo>
                  <a:pt x="5607461" y="2148943"/>
                </a:lnTo>
                <a:cubicBezTo>
                  <a:pt x="5029123" y="2307855"/>
                  <a:pt x="4208507" y="2795014"/>
                  <a:pt x="3731769" y="3891773"/>
                </a:cubicBezTo>
                <a:lnTo>
                  <a:pt x="2446775" y="6823406"/>
                </a:lnTo>
                <a:lnTo>
                  <a:pt x="0" y="6823406"/>
                </a:lnTo>
                <a:lnTo>
                  <a:pt x="1402783" y="3399404"/>
                </a:lnTo>
                <a:cubicBezTo>
                  <a:pt x="1937812" y="2006312"/>
                  <a:pt x="3470340" y="136474"/>
                  <a:pt x="5424834" y="6758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2EEEB-850B-4416-957A-219B7EE0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783" y="1493678"/>
            <a:ext cx="6057367" cy="1477328"/>
          </a:xfrm>
        </p:spPr>
        <p:txBody>
          <a:bodyPr anchor="b" anchorCtr="0"/>
          <a:lstStyle>
            <a:lvl1pPr algn="l">
              <a:lnSpc>
                <a:spcPct val="80000"/>
              </a:lnSpc>
              <a:defRPr sz="6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8FD7F-4EA1-4807-971F-4BD8BE59FC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0783" y="5130536"/>
            <a:ext cx="5853757" cy="643253"/>
          </a:xfrm>
        </p:spPr>
        <p:txBody>
          <a:bodyPr wrap="square" lIns="36000" anchor="b" anchorCtr="0">
            <a:noAutofit/>
          </a:bodyPr>
          <a:lstStyle>
            <a:lvl1pPr marL="0" indent="0" algn="l">
              <a:buNone/>
              <a:defRPr sz="22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add name</a:t>
            </a:r>
          </a:p>
        </p:txBody>
      </p: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3D4A8A44-F748-4EBB-BFD0-76208B708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783" y="2989401"/>
            <a:ext cx="6057367" cy="120015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6000">
                <a:solidFill>
                  <a:schemeClr val="accent1"/>
                </a:solidFill>
              </a:defRPr>
            </a:lvl1pPr>
            <a:lvl2pPr marL="207963" indent="0">
              <a:buNone/>
              <a:defRPr/>
            </a:lvl2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17" name="Platshållare för text 16">
            <a:extLst>
              <a:ext uri="{FF2B5EF4-FFF2-40B4-BE49-F238E27FC236}">
                <a16:creationId xmlns:a16="http://schemas.microsoft.com/office/drawing/2014/main" id="{A4304F54-7126-4BDE-A50A-D0728C0723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783" y="5818100"/>
            <a:ext cx="5853757" cy="419100"/>
          </a:xfrm>
        </p:spPr>
        <p:txBody>
          <a:bodyPr lIns="39600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07963" indent="0">
              <a:buNone/>
              <a:defRPr/>
            </a:lvl2pPr>
            <a:lvl3pPr marL="436562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add  job title</a:t>
            </a: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6B9113C7-5AFF-4490-8CE9-7AF3E281A26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56177" y="5596744"/>
            <a:ext cx="3759573" cy="531812"/>
            <a:chOff x="4934" y="3638"/>
            <a:chExt cx="2446" cy="346"/>
          </a:xfrm>
        </p:grpSpPr>
        <p:sp>
          <p:nvSpPr>
            <p:cNvPr id="24" name="AutoShape 3">
              <a:extLst>
                <a:ext uri="{FF2B5EF4-FFF2-40B4-BE49-F238E27FC236}">
                  <a16:creationId xmlns:a16="http://schemas.microsoft.com/office/drawing/2014/main" id="{AA1BF84F-7041-4DE5-8112-C4B3F6CAD1E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34" y="3638"/>
              <a:ext cx="244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625D7C-25BD-49D1-A032-420226C308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7" y="3641"/>
              <a:ext cx="346" cy="339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6DC3652A-54D6-41CD-85EB-41C032A6D9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91" y="3641"/>
              <a:ext cx="346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D42685B0-1672-4DB5-A7FA-FA4317E2A2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0" y="3641"/>
              <a:ext cx="351" cy="339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CEF522C-ACE7-4BC6-91D5-72B224082A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3" y="3641"/>
              <a:ext cx="347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1970EC70-B7E7-444B-BA88-60111334F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" y="3649"/>
              <a:ext cx="341" cy="323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EEAF1189-91AA-434F-9819-108829F9F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" y="3641"/>
              <a:ext cx="323" cy="329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AD5463D-0AF8-4EC1-92FE-A880DE469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6" y="3641"/>
              <a:ext cx="196" cy="329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FD004-19C6-46B6-B10E-F7BFE0E42C0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31BDC1E-BD7B-4419-BA90-B903A2B16E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53240DD-6793-49A4-9A43-8F9B43D33A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2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6E86B296-B120-45FE-AD57-313943C4C229}"/>
              </a:ext>
            </a:extLst>
          </p:cNvPr>
          <p:cNvSpPr/>
          <p:nvPr/>
        </p:nvSpPr>
        <p:spPr bwMode="gray">
          <a:xfrm>
            <a:off x="0" y="0"/>
            <a:ext cx="12192000" cy="6597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16" name="Frihandsfigur: Form 15">
            <a:extLst>
              <a:ext uri="{FF2B5EF4-FFF2-40B4-BE49-F238E27FC236}">
                <a16:creationId xmlns:a16="http://schemas.microsoft.com/office/drawing/2014/main" id="{62F50D0A-60F2-40F2-8DE1-B9EB89D14D95}"/>
              </a:ext>
            </a:extLst>
          </p:cNvPr>
          <p:cNvSpPr/>
          <p:nvPr/>
        </p:nvSpPr>
        <p:spPr bwMode="gray">
          <a:xfrm>
            <a:off x="6584540" y="39367"/>
            <a:ext cx="5607461" cy="6818633"/>
          </a:xfrm>
          <a:custGeom>
            <a:avLst/>
            <a:gdLst>
              <a:gd name="connsiteX0" fmla="*/ 5607461 w 5607461"/>
              <a:gd name="connsiteY0" fmla="*/ 0 h 6823406"/>
              <a:gd name="connsiteX1" fmla="*/ 5607461 w 5607461"/>
              <a:gd name="connsiteY1" fmla="*/ 2148943 h 6823406"/>
              <a:gd name="connsiteX2" fmla="*/ 3731769 w 5607461"/>
              <a:gd name="connsiteY2" fmla="*/ 3891773 h 6823406"/>
              <a:gd name="connsiteX3" fmla="*/ 2446775 w 5607461"/>
              <a:gd name="connsiteY3" fmla="*/ 6823406 h 6823406"/>
              <a:gd name="connsiteX4" fmla="*/ 0 w 5607461"/>
              <a:gd name="connsiteY4" fmla="*/ 6823406 h 6823406"/>
              <a:gd name="connsiteX5" fmla="*/ 1402783 w 5607461"/>
              <a:gd name="connsiteY5" fmla="*/ 3399404 h 6823406"/>
              <a:gd name="connsiteX6" fmla="*/ 5424834 w 5607461"/>
              <a:gd name="connsiteY6" fmla="*/ 6758 h 682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7461" h="6823406">
                <a:moveTo>
                  <a:pt x="5607461" y="0"/>
                </a:moveTo>
                <a:lnTo>
                  <a:pt x="5607461" y="2148943"/>
                </a:lnTo>
                <a:cubicBezTo>
                  <a:pt x="5029123" y="2307855"/>
                  <a:pt x="4208507" y="2795014"/>
                  <a:pt x="3731769" y="3891773"/>
                </a:cubicBezTo>
                <a:lnTo>
                  <a:pt x="2446775" y="6823406"/>
                </a:lnTo>
                <a:lnTo>
                  <a:pt x="0" y="6823406"/>
                </a:lnTo>
                <a:lnTo>
                  <a:pt x="1402783" y="3399404"/>
                </a:lnTo>
                <a:cubicBezTo>
                  <a:pt x="1937812" y="2006312"/>
                  <a:pt x="3470340" y="136474"/>
                  <a:pt x="5424834" y="6758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2EEEB-850B-4416-957A-219B7EE0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783" y="1493678"/>
            <a:ext cx="6057367" cy="1477328"/>
          </a:xfrm>
        </p:spPr>
        <p:txBody>
          <a:bodyPr anchor="b" anchorCtr="0"/>
          <a:lstStyle>
            <a:lvl1pPr algn="l">
              <a:lnSpc>
                <a:spcPct val="80000"/>
              </a:lnSpc>
              <a:defRPr sz="6000" b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8FD7F-4EA1-4807-971F-4BD8BE59FC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0783" y="5130536"/>
            <a:ext cx="5853757" cy="643253"/>
          </a:xfrm>
        </p:spPr>
        <p:txBody>
          <a:bodyPr wrap="square" lIns="36000" anchor="b" anchorCtr="0">
            <a:noAutofit/>
          </a:bodyPr>
          <a:lstStyle>
            <a:lvl1pPr marL="0" indent="0" algn="l">
              <a:buNone/>
              <a:defRPr sz="22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add name</a:t>
            </a:r>
          </a:p>
        </p:txBody>
      </p: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3D4A8A44-F748-4EBB-BFD0-76208B708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783" y="2989401"/>
            <a:ext cx="6057367" cy="120015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207963" indent="0">
              <a:buNone/>
              <a:defRPr/>
            </a:lvl2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17" name="Platshållare för text 16">
            <a:extLst>
              <a:ext uri="{FF2B5EF4-FFF2-40B4-BE49-F238E27FC236}">
                <a16:creationId xmlns:a16="http://schemas.microsoft.com/office/drawing/2014/main" id="{A4304F54-7126-4BDE-A50A-D0728C0723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783" y="5818100"/>
            <a:ext cx="5853757" cy="419100"/>
          </a:xfrm>
        </p:spPr>
        <p:txBody>
          <a:bodyPr lIns="39600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07963" indent="0">
              <a:buNone/>
              <a:defRPr/>
            </a:lvl2pPr>
            <a:lvl3pPr marL="436562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add  job title</a:t>
            </a:r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7504202C-3D37-41B1-A35C-298D1080C9B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56177" y="5596744"/>
            <a:ext cx="3759573" cy="531812"/>
            <a:chOff x="4934" y="3638"/>
            <a:chExt cx="2446" cy="346"/>
          </a:xfrm>
        </p:grpSpPr>
        <p:sp>
          <p:nvSpPr>
            <p:cNvPr id="25" name="AutoShape 3">
              <a:extLst>
                <a:ext uri="{FF2B5EF4-FFF2-40B4-BE49-F238E27FC236}">
                  <a16:creationId xmlns:a16="http://schemas.microsoft.com/office/drawing/2014/main" id="{968C4B4F-7E3E-4DCA-8FD2-149635B3CE5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34" y="3638"/>
              <a:ext cx="244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77197D01-165D-418F-8C88-60BDB0F36A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7" y="3641"/>
              <a:ext cx="346" cy="339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82D5EAA0-3B4C-44F2-A49A-4E6C7C352B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91" y="3641"/>
              <a:ext cx="346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EF593979-9CB2-4C0D-BBAD-F62774E167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0" y="3641"/>
              <a:ext cx="351" cy="339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070BEC5D-925F-44F8-A961-4DF2ECD83C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3" y="3641"/>
              <a:ext cx="347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170F3EC5-9D37-44B2-A56B-C9FFF7E5F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" y="3649"/>
              <a:ext cx="341" cy="323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2F424640-F30B-48F3-9263-A4502ADA3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" y="3641"/>
              <a:ext cx="323" cy="329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485C79C4-3CAA-45D0-8C35-CFC406285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6" y="3641"/>
              <a:ext cx="196" cy="329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8EF3F-B8CE-48F0-951C-AEE64C7258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6A66C7D-B3B0-4D56-A84E-1B301E205C2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909BDBC-E2C3-4DDE-B6AC-72AFFC6AAE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98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6E86B296-B120-45FE-AD57-313943C4C229}"/>
              </a:ext>
            </a:extLst>
          </p:cNvPr>
          <p:cNvSpPr/>
          <p:nvPr/>
        </p:nvSpPr>
        <p:spPr bwMode="gray"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16" name="Frihandsfigur: Form 15">
            <a:extLst>
              <a:ext uri="{FF2B5EF4-FFF2-40B4-BE49-F238E27FC236}">
                <a16:creationId xmlns:a16="http://schemas.microsoft.com/office/drawing/2014/main" id="{62F50D0A-60F2-40F2-8DE1-B9EB89D14D95}"/>
              </a:ext>
            </a:extLst>
          </p:cNvPr>
          <p:cNvSpPr/>
          <p:nvPr/>
        </p:nvSpPr>
        <p:spPr bwMode="gray">
          <a:xfrm>
            <a:off x="6584540" y="39367"/>
            <a:ext cx="5607461" cy="6818633"/>
          </a:xfrm>
          <a:custGeom>
            <a:avLst/>
            <a:gdLst>
              <a:gd name="connsiteX0" fmla="*/ 5607461 w 5607461"/>
              <a:gd name="connsiteY0" fmla="*/ 0 h 6823406"/>
              <a:gd name="connsiteX1" fmla="*/ 5607461 w 5607461"/>
              <a:gd name="connsiteY1" fmla="*/ 2148943 h 6823406"/>
              <a:gd name="connsiteX2" fmla="*/ 3731769 w 5607461"/>
              <a:gd name="connsiteY2" fmla="*/ 3891773 h 6823406"/>
              <a:gd name="connsiteX3" fmla="*/ 2446775 w 5607461"/>
              <a:gd name="connsiteY3" fmla="*/ 6823406 h 6823406"/>
              <a:gd name="connsiteX4" fmla="*/ 0 w 5607461"/>
              <a:gd name="connsiteY4" fmla="*/ 6823406 h 6823406"/>
              <a:gd name="connsiteX5" fmla="*/ 1402783 w 5607461"/>
              <a:gd name="connsiteY5" fmla="*/ 3399404 h 6823406"/>
              <a:gd name="connsiteX6" fmla="*/ 5424834 w 5607461"/>
              <a:gd name="connsiteY6" fmla="*/ 6758 h 682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7461" h="6823406">
                <a:moveTo>
                  <a:pt x="5607461" y="0"/>
                </a:moveTo>
                <a:lnTo>
                  <a:pt x="5607461" y="2148943"/>
                </a:lnTo>
                <a:cubicBezTo>
                  <a:pt x="5029123" y="2307855"/>
                  <a:pt x="4208507" y="2795014"/>
                  <a:pt x="3731769" y="3891773"/>
                </a:cubicBezTo>
                <a:lnTo>
                  <a:pt x="2446775" y="6823406"/>
                </a:lnTo>
                <a:lnTo>
                  <a:pt x="0" y="6823406"/>
                </a:lnTo>
                <a:lnTo>
                  <a:pt x="1402783" y="3399404"/>
                </a:lnTo>
                <a:cubicBezTo>
                  <a:pt x="1937812" y="2006312"/>
                  <a:pt x="3470340" y="136474"/>
                  <a:pt x="5424834" y="6758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2EEEB-850B-4416-957A-219B7EE0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783" y="1493678"/>
            <a:ext cx="6057367" cy="1477328"/>
          </a:xfrm>
        </p:spPr>
        <p:txBody>
          <a:bodyPr anchor="b" anchorCtr="0"/>
          <a:lstStyle>
            <a:lvl1pPr algn="l">
              <a:lnSpc>
                <a:spcPct val="80000"/>
              </a:lnSpc>
              <a:defRPr sz="6000" b="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8FD7F-4EA1-4807-971F-4BD8BE59FC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0783" y="5130536"/>
            <a:ext cx="5853757" cy="643253"/>
          </a:xfrm>
        </p:spPr>
        <p:txBody>
          <a:bodyPr wrap="square" lIns="36000" anchor="b" anchorCtr="0">
            <a:no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name</a:t>
            </a:r>
          </a:p>
        </p:txBody>
      </p: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3D4A8A44-F748-4EBB-BFD0-76208B708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783" y="2989401"/>
            <a:ext cx="6057367" cy="120015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6000">
                <a:solidFill>
                  <a:schemeClr val="bg1"/>
                </a:solidFill>
                <a:latin typeface="+mn-lt"/>
              </a:defRPr>
            </a:lvl1pPr>
            <a:lvl2pPr marL="207963" indent="0">
              <a:buNone/>
              <a:defRPr/>
            </a:lvl2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17" name="Platshållare för text 16">
            <a:extLst>
              <a:ext uri="{FF2B5EF4-FFF2-40B4-BE49-F238E27FC236}">
                <a16:creationId xmlns:a16="http://schemas.microsoft.com/office/drawing/2014/main" id="{A4304F54-7126-4BDE-A50A-D0728C0723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783" y="5818100"/>
            <a:ext cx="5853757" cy="419100"/>
          </a:xfrm>
        </p:spPr>
        <p:txBody>
          <a:bodyPr lIns="396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07963" indent="0">
              <a:buNone/>
              <a:defRPr/>
            </a:lvl2pPr>
            <a:lvl3pPr marL="436562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add  job title</a:t>
            </a:r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7C62954C-88E3-4E4D-B9FD-B7661860E9C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56177" y="5596744"/>
            <a:ext cx="3759573" cy="531812"/>
            <a:chOff x="4934" y="3638"/>
            <a:chExt cx="2446" cy="346"/>
          </a:xfrm>
        </p:grpSpPr>
        <p:sp>
          <p:nvSpPr>
            <p:cNvPr id="27" name="AutoShape 3">
              <a:extLst>
                <a:ext uri="{FF2B5EF4-FFF2-40B4-BE49-F238E27FC236}">
                  <a16:creationId xmlns:a16="http://schemas.microsoft.com/office/drawing/2014/main" id="{AA84D414-2A50-4C3E-94F0-111672F2DBE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34" y="3638"/>
              <a:ext cx="244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E14CF157-97FC-4768-9A33-DB8CF5F876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7" y="3641"/>
              <a:ext cx="346" cy="339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5B98D65-1ABF-481F-A75E-04CC8D3A47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91" y="3641"/>
              <a:ext cx="346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39565706-EA65-4499-9C63-4987397CA5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0" y="3641"/>
              <a:ext cx="351" cy="339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7EE7011-CB5E-4946-9879-897643C573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3" y="3641"/>
              <a:ext cx="347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14FF3FDC-1D0F-4DD8-9CAA-9F1F894AC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" y="3649"/>
              <a:ext cx="341" cy="323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4009415C-1F3A-4A22-AF4D-223EBF332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" y="3641"/>
              <a:ext cx="323" cy="329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37E15B85-4D4D-42ED-BFA4-E5A9F1625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6" y="3641"/>
              <a:ext cx="196" cy="329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C1F83F-76FA-4728-9870-AF430D95D9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7204503-3D55-4DF0-A410-DD0B87CE66E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D8002C-AEE9-4859-A0C5-5FED69A3CD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87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4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6E86B296-B120-45FE-AD57-313943C4C229}"/>
              </a:ext>
            </a:extLst>
          </p:cNvPr>
          <p:cNvSpPr/>
          <p:nvPr/>
        </p:nvSpPr>
        <p:spPr bwMode="gray"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16" name="Frihandsfigur: Form 15">
            <a:extLst>
              <a:ext uri="{FF2B5EF4-FFF2-40B4-BE49-F238E27FC236}">
                <a16:creationId xmlns:a16="http://schemas.microsoft.com/office/drawing/2014/main" id="{62F50D0A-60F2-40F2-8DE1-B9EB89D14D95}"/>
              </a:ext>
            </a:extLst>
          </p:cNvPr>
          <p:cNvSpPr/>
          <p:nvPr/>
        </p:nvSpPr>
        <p:spPr bwMode="gray">
          <a:xfrm>
            <a:off x="6584540" y="39367"/>
            <a:ext cx="5607461" cy="6818633"/>
          </a:xfrm>
          <a:custGeom>
            <a:avLst/>
            <a:gdLst>
              <a:gd name="connsiteX0" fmla="*/ 5607461 w 5607461"/>
              <a:gd name="connsiteY0" fmla="*/ 0 h 6823406"/>
              <a:gd name="connsiteX1" fmla="*/ 5607461 w 5607461"/>
              <a:gd name="connsiteY1" fmla="*/ 2148943 h 6823406"/>
              <a:gd name="connsiteX2" fmla="*/ 3731769 w 5607461"/>
              <a:gd name="connsiteY2" fmla="*/ 3891773 h 6823406"/>
              <a:gd name="connsiteX3" fmla="*/ 2446775 w 5607461"/>
              <a:gd name="connsiteY3" fmla="*/ 6823406 h 6823406"/>
              <a:gd name="connsiteX4" fmla="*/ 0 w 5607461"/>
              <a:gd name="connsiteY4" fmla="*/ 6823406 h 6823406"/>
              <a:gd name="connsiteX5" fmla="*/ 1402783 w 5607461"/>
              <a:gd name="connsiteY5" fmla="*/ 3399404 h 6823406"/>
              <a:gd name="connsiteX6" fmla="*/ 5424834 w 5607461"/>
              <a:gd name="connsiteY6" fmla="*/ 6758 h 682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7461" h="6823406">
                <a:moveTo>
                  <a:pt x="5607461" y="0"/>
                </a:moveTo>
                <a:lnTo>
                  <a:pt x="5607461" y="2148943"/>
                </a:lnTo>
                <a:cubicBezTo>
                  <a:pt x="5029123" y="2307855"/>
                  <a:pt x="4208507" y="2795014"/>
                  <a:pt x="3731769" y="3891773"/>
                </a:cubicBezTo>
                <a:lnTo>
                  <a:pt x="2446775" y="6823406"/>
                </a:lnTo>
                <a:lnTo>
                  <a:pt x="0" y="6823406"/>
                </a:lnTo>
                <a:lnTo>
                  <a:pt x="1402783" y="3399404"/>
                </a:lnTo>
                <a:cubicBezTo>
                  <a:pt x="1937812" y="2006312"/>
                  <a:pt x="3470340" y="136474"/>
                  <a:pt x="5424834" y="6758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2EEEB-850B-4416-957A-219B7EE0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783" y="1493678"/>
            <a:ext cx="6057367" cy="1477328"/>
          </a:xfrm>
        </p:spPr>
        <p:txBody>
          <a:bodyPr anchor="b" anchorCtr="0"/>
          <a:lstStyle>
            <a:lvl1pPr algn="l">
              <a:lnSpc>
                <a:spcPct val="80000"/>
              </a:lnSpc>
              <a:defRPr sz="6000" b="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8FD7F-4EA1-4807-971F-4BD8BE59FC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0783" y="5130536"/>
            <a:ext cx="5853757" cy="643253"/>
          </a:xfrm>
        </p:spPr>
        <p:txBody>
          <a:bodyPr wrap="square" lIns="36000" anchor="b" anchorCtr="0">
            <a:no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add name</a:t>
            </a:r>
          </a:p>
        </p:txBody>
      </p: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3D4A8A44-F748-4EBB-BFD0-76208B708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783" y="2989401"/>
            <a:ext cx="6057367" cy="1200150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6000">
                <a:solidFill>
                  <a:schemeClr val="bg1"/>
                </a:solidFill>
                <a:latin typeface="+mn-lt"/>
              </a:defRPr>
            </a:lvl1pPr>
            <a:lvl2pPr marL="207963" indent="0">
              <a:buNone/>
              <a:defRPr/>
            </a:lvl2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17" name="Platshållare för text 16">
            <a:extLst>
              <a:ext uri="{FF2B5EF4-FFF2-40B4-BE49-F238E27FC236}">
                <a16:creationId xmlns:a16="http://schemas.microsoft.com/office/drawing/2014/main" id="{A4304F54-7126-4BDE-A50A-D0728C0723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783" y="5818100"/>
            <a:ext cx="5853757" cy="419100"/>
          </a:xfrm>
        </p:spPr>
        <p:txBody>
          <a:bodyPr lIns="39600" r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07963" indent="0">
              <a:buNone/>
              <a:defRPr/>
            </a:lvl2pPr>
            <a:lvl3pPr marL="436562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add  job title</a:t>
            </a:r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1891DD04-546D-4846-AC63-BBA584E2AAC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56177" y="5596744"/>
            <a:ext cx="3759573" cy="531812"/>
            <a:chOff x="4934" y="3638"/>
            <a:chExt cx="2446" cy="346"/>
          </a:xfrm>
        </p:grpSpPr>
        <p:sp>
          <p:nvSpPr>
            <p:cNvPr id="27" name="AutoShape 3">
              <a:extLst>
                <a:ext uri="{FF2B5EF4-FFF2-40B4-BE49-F238E27FC236}">
                  <a16:creationId xmlns:a16="http://schemas.microsoft.com/office/drawing/2014/main" id="{ECC5D20D-8D3C-4DAE-8DCE-724C2583365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34" y="3638"/>
              <a:ext cx="244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9874156E-BA7C-4585-9840-CAD5E2F2A5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7" y="3641"/>
              <a:ext cx="346" cy="339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941857F-39C5-402C-A69F-72D4C39231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91" y="3641"/>
              <a:ext cx="346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A13008E1-0248-44D8-86BE-198D0E0EEC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0" y="3641"/>
              <a:ext cx="351" cy="339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93C44CA-FDF2-4A93-B337-F204996D5E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3" y="3641"/>
              <a:ext cx="347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EB726D71-2B78-488A-A266-92FDABE8D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" y="3649"/>
              <a:ext cx="341" cy="323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DA9E46A2-4A21-405A-B137-A7DDF8BA8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" y="3641"/>
              <a:ext cx="323" cy="329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4414A5AB-E5DE-4C8B-B011-B4AB30520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6" y="3641"/>
              <a:ext cx="196" cy="329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CA124D-81C6-491E-8928-7A62C2F98F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9E109D8-2540-4E0D-A159-97223F4C0BA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3B067F8-20F2-41A6-A742-2F60E6EDDCC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92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774C-A1A4-4EF8-B2F8-B07136D1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C1703-EF53-4715-8E41-BDA2F1BF6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2060848"/>
            <a:ext cx="11090274" cy="3997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9E9B7-F121-4725-A71A-281B45D1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05409-220E-4AEA-874E-9F9B75A3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D6786B-67DA-4E52-ABCC-5AC8657E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9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774C-A1A4-4EF8-B2F8-B07136D1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C1703-EF53-4715-8E41-BDA2F1BF6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2060848"/>
            <a:ext cx="11090274" cy="3997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2032898D-DBA5-4872-96E1-24994EE372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628775"/>
            <a:ext cx="11090275" cy="292388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01593-57F4-4F93-A574-C2DEBB93DAB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3EBC9F-FF99-40B6-9397-B968624184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0AF97A-121A-4AF0-8E84-1686C73340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47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1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84DA1ABC-D99E-4C3F-BC15-45449B6B8D0F}"/>
              </a:ext>
            </a:extLst>
          </p:cNvPr>
          <p:cNvSpPr/>
          <p:nvPr/>
        </p:nvSpPr>
        <p:spPr bwMode="gray">
          <a:xfrm>
            <a:off x="0" y="0"/>
            <a:ext cx="12192000" cy="6597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87A58-09C9-4878-940A-B55D0C484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63580"/>
            <a:ext cx="6079938" cy="1181862"/>
          </a:xfrm>
        </p:spPr>
        <p:txBody>
          <a:bodyPr anchor="b"/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US" noProof="0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7E8F1-D73C-4A82-A7B5-D01F8F17FE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072430"/>
            <a:ext cx="6079938" cy="1500187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4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add section title</a:t>
            </a:r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95E7449C-8113-4657-B39C-4E137DE6650D}"/>
              </a:ext>
            </a:extLst>
          </p:cNvPr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  <a:solidFill>
            <a:srgbClr val="001F47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B65D6E4-A198-4C78-A468-3C2637CBED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63313" y="6354763"/>
              <a:ext cx="230188" cy="223838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A40D5EB-8AF8-46A3-93BB-04482737A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14076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F2315EFA-6877-46B5-993B-D35CAD6A84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7188" y="6354763"/>
              <a:ext cx="233363" cy="223838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BF0079-2C0D-4D96-9A9D-A1221C11C8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67951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81C6B412-800D-417B-90AD-19E4D7D03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2051" y="6361113"/>
              <a:ext cx="225425" cy="212725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33DEA02-EF2D-44FF-B591-83D608C7F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5951" y="6354763"/>
              <a:ext cx="212725" cy="217488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BF977AE3-4383-4587-9F5C-4C4A7FFBA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4138" y="6354763"/>
              <a:ext cx="130175" cy="217488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105206E-31D0-4C84-A1D6-E0491F3D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88947BA-D4E2-418E-A2E4-119B7D2A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8A3C779-6E89-495A-A066-D1F404C9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70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84DA1ABC-D99E-4C3F-BC15-45449B6B8D0F}"/>
              </a:ext>
            </a:extLst>
          </p:cNvPr>
          <p:cNvSpPr/>
          <p:nvPr/>
        </p:nvSpPr>
        <p:spPr bwMode="gray">
          <a:xfrm>
            <a:off x="0" y="0"/>
            <a:ext cx="12192000" cy="6597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87A58-09C9-4878-940A-B55D0C484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63580"/>
            <a:ext cx="6079938" cy="1181862"/>
          </a:xfrm>
        </p:spPr>
        <p:txBody>
          <a:bodyPr anchor="b"/>
          <a:lstStyle>
            <a:lvl1pPr>
              <a:lnSpc>
                <a:spcPct val="80000"/>
              </a:lnSpc>
              <a:defRPr sz="4800">
                <a:latin typeface="+mn-lt"/>
              </a:defRPr>
            </a:lvl1pPr>
          </a:lstStyle>
          <a:p>
            <a:pPr lvl="0"/>
            <a:r>
              <a:rPr lang="en-US" noProof="0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7E8F1-D73C-4A82-A7B5-D01F8F17FE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072430"/>
            <a:ext cx="6079938" cy="1500187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add section title</a:t>
            </a:r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95E7449C-8113-4657-B39C-4E137DE6650D}"/>
              </a:ext>
            </a:extLst>
          </p:cNvPr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  <a:solidFill>
            <a:srgbClr val="001F47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B65D6E4-A198-4C78-A468-3C2637CBED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63313" y="6354763"/>
              <a:ext cx="230188" cy="223838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A40D5EB-8AF8-46A3-93BB-04482737A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14076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F2315EFA-6877-46B5-993B-D35CAD6A84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7188" y="6354763"/>
              <a:ext cx="233363" cy="223838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BF0079-2C0D-4D96-9A9D-A1221C11C8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67951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81C6B412-800D-417B-90AD-19E4D7D03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2051" y="6361113"/>
              <a:ext cx="225425" cy="212725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33DEA02-EF2D-44FF-B591-83D608C7F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5951" y="6354763"/>
              <a:ext cx="212725" cy="217488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BF977AE3-4383-4587-9F5C-4C4A7FFBA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4138" y="6354763"/>
              <a:ext cx="130175" cy="217488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41FFD-2DE9-4D35-84B1-46006E10D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06A202-68D8-44FC-B0DD-3D61AA52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7B7370-E20D-4EA7-81A1-D44A8AC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55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3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84DA1ABC-D99E-4C3F-BC15-45449B6B8D0F}"/>
              </a:ext>
            </a:extLst>
          </p:cNvPr>
          <p:cNvSpPr/>
          <p:nvPr/>
        </p:nvSpPr>
        <p:spPr bwMode="gray"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87A58-09C9-4878-940A-B55D0C484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63580"/>
            <a:ext cx="6079938" cy="1181862"/>
          </a:xfrm>
        </p:spPr>
        <p:txBody>
          <a:bodyPr anchor="b"/>
          <a:lstStyle>
            <a:lvl1pPr>
              <a:lnSpc>
                <a:spcPct val="80000"/>
              </a:lnSpc>
              <a:defRPr sz="48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noProof="0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7E8F1-D73C-4A82-A7B5-D01F8F17FE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072430"/>
            <a:ext cx="6079938" cy="1500187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add section title</a:t>
            </a:r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95E7449C-8113-4657-B39C-4E137DE6650D}"/>
              </a:ext>
            </a:extLst>
          </p:cNvPr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  <a:solidFill>
            <a:srgbClr val="FFFFFF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B65D6E4-A198-4C78-A468-3C2637CBED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63313" y="6354763"/>
              <a:ext cx="230188" cy="223838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A40D5EB-8AF8-46A3-93BB-04482737A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14076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F2315EFA-6877-46B5-993B-D35CAD6A84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7188" y="6354763"/>
              <a:ext cx="233363" cy="223838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BF0079-2C0D-4D96-9A9D-A1221C11C8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67951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81C6B412-800D-417B-90AD-19E4D7D03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2051" y="6361113"/>
              <a:ext cx="225425" cy="212725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33DEA02-EF2D-44FF-B591-83D608C7F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5951" y="6354763"/>
              <a:ext cx="212725" cy="217488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BF977AE3-4383-4587-9F5C-4C4A7FFBA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4138" y="6354763"/>
              <a:ext cx="130175" cy="217488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EB9E836-07E7-44BC-BDDB-F556025C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F0EE0D-16AE-4BB6-BA6C-984F21A2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57A166-9AEB-4B2B-963C-DD495AF6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6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01761-9F90-44C5-A09D-E078A60E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30727-5084-4410-A89B-8296C4B39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2060575"/>
            <a:ext cx="5184775" cy="37814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7ADE6-52D9-4FFF-829E-FA1B6017B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6362" y="2060575"/>
            <a:ext cx="5184775" cy="37814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53E45-BC83-4E83-AA5C-71E87A89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96CD1-9D5F-4AF5-9AAE-0AEFFA97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0D919-8C88-47A0-B5D0-CB5313E5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1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01761-9F90-44C5-A09D-E078A60E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30727-5084-4410-A89B-8296C4B39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2060574"/>
            <a:ext cx="5184775" cy="3997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7ADE6-52D9-4FFF-829E-FA1B6017B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6362" y="2060574"/>
            <a:ext cx="5184775" cy="3997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53E45-BC83-4E83-AA5C-71E87A89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96CD1-9D5F-4AF5-9AAE-0AEFFA97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0D919-8C88-47A0-B5D0-CB5313E5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6116E6F9-8B2D-4FF6-9FA5-37F94D646C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628775"/>
            <a:ext cx="11090275" cy="292388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44083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extLst mod="1"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864" y="1196975"/>
            <a:ext cx="11090274" cy="4431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0864" y="1897845"/>
            <a:ext cx="5184774" cy="444500"/>
          </a:xfrm>
        </p:spPr>
        <p:txBody>
          <a:bodyPr anchor="b"/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0864" y="2541721"/>
            <a:ext cx="5184774" cy="351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6362" y="1897845"/>
            <a:ext cx="5184775" cy="444500"/>
          </a:xfrm>
        </p:spPr>
        <p:txBody>
          <a:bodyPr anchor="b"/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6362" y="2541721"/>
            <a:ext cx="5184775" cy="351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12946D6-9E88-40BE-AF80-752A60FB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3F6BEE4-311E-4CA9-AA87-9505E666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CE08D14-4332-4965-90F2-8E9F3E54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0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1" pos="3613" userDrawn="1">
          <p15:clr>
            <a:srgbClr val="FBAE40"/>
          </p15:clr>
        </p15:guide>
        <p15:guide id="12" pos="40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549B-9FD9-4741-8279-63337817A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058AE-5EFD-4A4E-9E70-67AA8C8A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637CF-B6B2-4B95-811E-10CF9AB15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BD2F44-E6DD-4175-9D4C-76BB42A5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8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549B-9FD9-4741-8279-63337817A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058AE-5EFD-4A4E-9E70-67AA8C8A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637CF-B6B2-4B95-811E-10CF9AB15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BD2F44-E6DD-4175-9D4C-76BB42A5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latshållare för text 7">
            <a:extLst>
              <a:ext uri="{FF2B5EF4-FFF2-40B4-BE49-F238E27FC236}">
                <a16:creationId xmlns:a16="http://schemas.microsoft.com/office/drawing/2014/main" id="{E964F732-D2E5-44DC-8757-BD839AFB7B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628775"/>
            <a:ext cx="11090275" cy="292388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8109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1F6DF-E3E9-4B16-A020-57094DB70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D0436-E61A-4EFA-A670-0F86E3AE2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8D0BA-7E79-4D5D-AA32-66564AF5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0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C1703-EF53-4715-8E41-BDA2F1BF6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2060575"/>
            <a:ext cx="6769099" cy="3997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F1452-B224-45A1-85FB-719E34D6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1FC2-2E85-4DAD-8CE9-A44355CF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82FFC-73EB-4F79-99C6-1930B415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latshållare för bild 7">
            <a:extLst>
              <a:ext uri="{FF2B5EF4-FFF2-40B4-BE49-F238E27FC236}">
                <a16:creationId xmlns:a16="http://schemas.microsoft.com/office/drawing/2014/main" id="{1DE6B28D-263F-4A0F-A779-AC2915668E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96226" y="1268414"/>
            <a:ext cx="3744912" cy="4789486"/>
          </a:xfrm>
          <a:noFill/>
        </p:spPr>
        <p:txBody>
          <a:bodyPr tIns="2556000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F45A75E4-FD84-47DA-BB49-967A4676CC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4" y="1628775"/>
            <a:ext cx="6769100" cy="292388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Rubrik 8">
            <a:extLst>
              <a:ext uri="{FF2B5EF4-FFF2-40B4-BE49-F238E27FC236}">
                <a16:creationId xmlns:a16="http://schemas.microsoft.com/office/drawing/2014/main" id="{ECC6BD74-F2F2-4918-98B7-E3BDC0CB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1196975"/>
            <a:ext cx="6769099" cy="4431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69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extLst mod="1"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C1703-EF53-4715-8E41-BDA2F1BF6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2060575"/>
            <a:ext cx="5005386" cy="3997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F1452-B224-45A1-85FB-719E34D6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1FC2-2E85-4DAD-8CE9-A44355CF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82FFC-73EB-4F79-99C6-1930B415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latshållare för bild 7">
            <a:extLst>
              <a:ext uri="{FF2B5EF4-FFF2-40B4-BE49-F238E27FC236}">
                <a16:creationId xmlns:a16="http://schemas.microsoft.com/office/drawing/2014/main" id="{1DE6B28D-263F-4A0F-A779-AC2915668E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2060574"/>
            <a:ext cx="5545139" cy="3997326"/>
          </a:xfrm>
          <a:noFill/>
        </p:spPr>
        <p:txBody>
          <a:bodyPr tIns="2556000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8678D9E3-3321-4738-BDBC-346CF7A207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628775"/>
            <a:ext cx="11090275" cy="292388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Rubrik 8">
            <a:extLst>
              <a:ext uri="{FF2B5EF4-FFF2-40B4-BE49-F238E27FC236}">
                <a16:creationId xmlns:a16="http://schemas.microsoft.com/office/drawing/2014/main" id="{A7B53CDC-52EC-4ABA-A538-E85C9951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1196975"/>
            <a:ext cx="11090274" cy="4431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53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D8965ED0-5BA5-4867-9D18-CAFFA732C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28663"/>
            <a:ext cx="12192000" cy="5832685"/>
          </a:xfrm>
        </p:spPr>
        <p:txBody>
          <a:bodyPr tIns="2556000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F1452-B224-45A1-85FB-719E34D6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1FC2-2E85-4DAD-8CE9-A44355CF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82FFC-73EB-4F79-99C6-1930B415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ubrik 8">
            <a:extLst>
              <a:ext uri="{FF2B5EF4-FFF2-40B4-BE49-F238E27FC236}">
                <a16:creationId xmlns:a16="http://schemas.microsoft.com/office/drawing/2014/main" id="{72726A9D-952D-4BC8-A36B-E632523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1525484"/>
            <a:ext cx="11090274" cy="553998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69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d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84DA1ABC-D99E-4C3F-BC15-45449B6B8D0F}"/>
              </a:ext>
            </a:extLst>
          </p:cNvPr>
          <p:cNvSpPr/>
          <p:nvPr/>
        </p:nvSpPr>
        <p:spPr bwMode="gray"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/>
          </a:p>
        </p:txBody>
      </p:sp>
      <p:sp>
        <p:nvSpPr>
          <p:cNvPr id="21" name="Frihandsfigur: Form 15">
            <a:extLst>
              <a:ext uri="{FF2B5EF4-FFF2-40B4-BE49-F238E27FC236}">
                <a16:creationId xmlns:a16="http://schemas.microsoft.com/office/drawing/2014/main" id="{C6054EB1-6E35-4193-95BF-E7F4DFB67847}"/>
              </a:ext>
            </a:extLst>
          </p:cNvPr>
          <p:cNvSpPr/>
          <p:nvPr/>
        </p:nvSpPr>
        <p:spPr bwMode="gray">
          <a:xfrm>
            <a:off x="6584540" y="39367"/>
            <a:ext cx="5607461" cy="6818633"/>
          </a:xfrm>
          <a:custGeom>
            <a:avLst/>
            <a:gdLst>
              <a:gd name="connsiteX0" fmla="*/ 5607461 w 5607461"/>
              <a:gd name="connsiteY0" fmla="*/ 0 h 6823406"/>
              <a:gd name="connsiteX1" fmla="*/ 5607461 w 5607461"/>
              <a:gd name="connsiteY1" fmla="*/ 2148943 h 6823406"/>
              <a:gd name="connsiteX2" fmla="*/ 3731769 w 5607461"/>
              <a:gd name="connsiteY2" fmla="*/ 3891773 h 6823406"/>
              <a:gd name="connsiteX3" fmla="*/ 2446775 w 5607461"/>
              <a:gd name="connsiteY3" fmla="*/ 6823406 h 6823406"/>
              <a:gd name="connsiteX4" fmla="*/ 0 w 5607461"/>
              <a:gd name="connsiteY4" fmla="*/ 6823406 h 6823406"/>
              <a:gd name="connsiteX5" fmla="*/ 1402783 w 5607461"/>
              <a:gd name="connsiteY5" fmla="*/ 3399404 h 6823406"/>
              <a:gd name="connsiteX6" fmla="*/ 5424834 w 5607461"/>
              <a:gd name="connsiteY6" fmla="*/ 6758 h 682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7461" h="6823406">
                <a:moveTo>
                  <a:pt x="5607461" y="0"/>
                </a:moveTo>
                <a:lnTo>
                  <a:pt x="5607461" y="2148943"/>
                </a:lnTo>
                <a:cubicBezTo>
                  <a:pt x="5029123" y="2307855"/>
                  <a:pt x="4208507" y="2795014"/>
                  <a:pt x="3731769" y="3891773"/>
                </a:cubicBezTo>
                <a:lnTo>
                  <a:pt x="2446775" y="6823406"/>
                </a:lnTo>
                <a:lnTo>
                  <a:pt x="0" y="6823406"/>
                </a:lnTo>
                <a:lnTo>
                  <a:pt x="1402783" y="3399404"/>
                </a:lnTo>
                <a:cubicBezTo>
                  <a:pt x="1937812" y="2006312"/>
                  <a:pt x="3470340" y="136474"/>
                  <a:pt x="5424834" y="6758"/>
                </a:cubicBezTo>
                <a:close/>
              </a:path>
            </a:pathLst>
          </a:cu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87A58-09C9-4878-940A-B55D0C484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0898"/>
            <a:ext cx="6079938" cy="1181862"/>
          </a:xfrm>
        </p:spPr>
        <p:txBody>
          <a:bodyPr anchor="b"/>
          <a:lstStyle>
            <a:lvl1pPr>
              <a:lnSpc>
                <a:spcPct val="80000"/>
              </a:lnSpc>
              <a:defRPr sz="48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add closing phrase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7E8F1-D73C-4A82-A7B5-D01F8F17FE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29748"/>
            <a:ext cx="6079938" cy="1500187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closing phrase</a:t>
            </a:r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565D1EAD-EB7E-4B8E-9959-90403642910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56177" y="5596744"/>
            <a:ext cx="3759573" cy="531812"/>
            <a:chOff x="4934" y="3638"/>
            <a:chExt cx="2446" cy="346"/>
          </a:xfrm>
        </p:grpSpPr>
        <p:sp>
          <p:nvSpPr>
            <p:cNvPr id="24" name="AutoShape 3">
              <a:extLst>
                <a:ext uri="{FF2B5EF4-FFF2-40B4-BE49-F238E27FC236}">
                  <a16:creationId xmlns:a16="http://schemas.microsoft.com/office/drawing/2014/main" id="{75298E7B-C594-4DDC-BBB4-0EA92FD12E7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34" y="3638"/>
              <a:ext cx="244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E6E275C0-4614-48D7-A803-A053A5993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7" y="3641"/>
              <a:ext cx="346" cy="339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B43B6D6D-C42F-465C-8ED5-A6E7C4EBB8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91" y="3641"/>
              <a:ext cx="346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32F4BCB1-B46E-407A-9599-1DE1D4110C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0" y="3641"/>
              <a:ext cx="351" cy="339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598C792E-67F4-473B-BFAF-4DE94CF5CE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3" y="3641"/>
              <a:ext cx="347" cy="339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A23AF8F5-EC32-4447-B772-EA2BB44CE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" y="3649"/>
              <a:ext cx="341" cy="323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81E0084E-CB6A-4610-AFE1-B41E84F06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" y="3641"/>
              <a:ext cx="323" cy="329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0A221073-DDCB-48BF-BD29-9974D34BB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6" y="3641"/>
              <a:ext cx="196" cy="329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82E47CC-254C-41EF-A3FE-EC34B7B1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232D215-34B1-4BCC-A9B4-9321CFF2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437B83A-4C07-4C63-85DD-62107124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451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54E-760F-46D3-A66A-FF103AF4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3FEB1-28A8-43DC-8CFE-6508DD84F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4F2BC-EE51-488D-B7B5-7DBAB407E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533A5-04BF-45DB-B07E-3A17993D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612D-2E11-4653-9FD6-19BAE0D8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2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DD3EFA-53A8-4493-9E7C-79FB77973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268413"/>
            <a:ext cx="2628900" cy="47894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68A70-91EB-438C-9C08-389DAF83F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1268413"/>
            <a:ext cx="8021637" cy="47894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0BC9C-FEA3-4301-9970-0627BAF2C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4D984-B50F-44A7-8BAA-E95633AA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5AEDF-A405-454D-9CAE-7014FE198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8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D7EF77-A727-4568-B5DC-A34A9CEE0670}"/>
              </a:ext>
            </a:extLst>
          </p:cNvPr>
          <p:cNvSpPr/>
          <p:nvPr/>
        </p:nvSpPr>
        <p:spPr bwMode="gray">
          <a:xfrm>
            <a:off x="0" y="6597650"/>
            <a:ext cx="12192000" cy="260350"/>
          </a:xfrm>
          <a:prstGeom prst="rect">
            <a:avLst/>
          </a:prstGeom>
          <a:solidFill>
            <a:srgbClr val="FFFFFF">
              <a:alpha val="74902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758EB-B969-4E8E-A6DB-53FBBB64F41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50864" y="1196975"/>
            <a:ext cx="11090274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sv-SE" dirty="0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3E4A6-D057-4E55-817D-EA89E61F8D29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550864" y="2060848"/>
            <a:ext cx="11090274" cy="39970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92E87-2268-41FC-8B5C-7F2F29FA1C04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50863" y="6665884"/>
            <a:ext cx="864617" cy="123111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5CA7F-36FA-4091-AE31-3B4A6E571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631949" y="6665884"/>
            <a:ext cx="2519363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838CD-8504-4557-B793-9202730D8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203296" y="6665884"/>
            <a:ext cx="144270" cy="123111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07CEE681-EA8A-4B77-829B-1539858EA4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ktangel 14">
            <a:extLst>
              <a:ext uri="{FF2B5EF4-FFF2-40B4-BE49-F238E27FC236}">
                <a16:creationId xmlns:a16="http://schemas.microsoft.com/office/drawing/2014/main" id="{AE2D0A8D-9006-4B1F-9ADC-3F6E830F3901}"/>
              </a:ext>
            </a:extLst>
          </p:cNvPr>
          <p:cNvSpPr/>
          <p:nvPr/>
        </p:nvSpPr>
        <p:spPr>
          <a:xfrm>
            <a:off x="0" y="0"/>
            <a:ext cx="12192000" cy="6921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000" dirty="0">
                <a:solidFill>
                  <a:schemeClr val="bg1"/>
                </a:solidFill>
              </a:rPr>
              <a:t>       </a:t>
            </a:r>
          </a:p>
        </p:txBody>
      </p:sp>
      <p:grpSp>
        <p:nvGrpSpPr>
          <p:cNvPr id="32" name="Grupp 31">
            <a:extLst>
              <a:ext uri="{FF2B5EF4-FFF2-40B4-BE49-F238E27FC236}">
                <a16:creationId xmlns:a16="http://schemas.microsoft.com/office/drawing/2014/main" id="{FDC86FD3-2347-4335-8E2A-220A3E5ABAF7}"/>
              </a:ext>
            </a:extLst>
          </p:cNvPr>
          <p:cNvGrpSpPr>
            <a:grpSpLocks noChangeAspect="1"/>
          </p:cNvGrpSpPr>
          <p:nvPr/>
        </p:nvGrpSpPr>
        <p:grpSpPr>
          <a:xfrm>
            <a:off x="517409" y="265590"/>
            <a:ext cx="1592262" cy="223838"/>
            <a:chOff x="10052051" y="6354763"/>
            <a:chExt cx="1592262" cy="223838"/>
          </a:xfrm>
          <a:solidFill>
            <a:srgbClr val="001F47"/>
          </a:solidFill>
        </p:grpSpPr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3FD0AFC6-F30C-4B2D-9CAC-3898F718AD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63313" y="6354763"/>
              <a:ext cx="230188" cy="223838"/>
            </a:xfrm>
            <a:custGeom>
              <a:avLst/>
              <a:gdLst>
                <a:gd name="T0" fmla="*/ 3656 w 5108"/>
                <a:gd name="T1" fmla="*/ 2021 h 4983"/>
                <a:gd name="T2" fmla="*/ 1395 w 5108"/>
                <a:gd name="T3" fmla="*/ 2021 h 4983"/>
                <a:gd name="T4" fmla="*/ 1406 w 5108"/>
                <a:gd name="T5" fmla="*/ 1978 h 4983"/>
                <a:gd name="T6" fmla="*/ 2562 w 5108"/>
                <a:gd name="T7" fmla="*/ 1110 h 4983"/>
                <a:gd name="T8" fmla="*/ 3648 w 5108"/>
                <a:gd name="T9" fmla="*/ 1980 h 4983"/>
                <a:gd name="T10" fmla="*/ 3656 w 5108"/>
                <a:gd name="T11" fmla="*/ 2021 h 4983"/>
                <a:gd name="T12" fmla="*/ 2562 w 5108"/>
                <a:gd name="T13" fmla="*/ 0 h 4983"/>
                <a:gd name="T14" fmla="*/ 0 w 5108"/>
                <a:gd name="T15" fmla="*/ 2491 h 4983"/>
                <a:gd name="T16" fmla="*/ 732 w 5108"/>
                <a:gd name="T17" fmla="*/ 4277 h 4983"/>
                <a:gd name="T18" fmla="*/ 2702 w 5108"/>
                <a:gd name="T19" fmla="*/ 4983 h 4983"/>
                <a:gd name="T20" fmla="*/ 4717 w 5108"/>
                <a:gd name="T21" fmla="*/ 4218 h 4983"/>
                <a:gd name="T22" fmla="*/ 3921 w 5108"/>
                <a:gd name="T23" fmla="*/ 3422 h 4983"/>
                <a:gd name="T24" fmla="*/ 2674 w 5108"/>
                <a:gd name="T25" fmla="*/ 3873 h 4983"/>
                <a:gd name="T26" fmla="*/ 1392 w 5108"/>
                <a:gd name="T27" fmla="*/ 2977 h 4983"/>
                <a:gd name="T28" fmla="*/ 1381 w 5108"/>
                <a:gd name="T29" fmla="*/ 2934 h 4983"/>
                <a:gd name="T30" fmla="*/ 5056 w 5108"/>
                <a:gd name="T31" fmla="*/ 2934 h 4983"/>
                <a:gd name="T32" fmla="*/ 4358 w 5108"/>
                <a:gd name="T33" fmla="*/ 731 h 4983"/>
                <a:gd name="T34" fmla="*/ 2562 w 5108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8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BCDD94C1-CE64-4FA7-AA48-675741C17A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14076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1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1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6 w 5107"/>
                <a:gd name="T21" fmla="*/ 4218 h 4983"/>
                <a:gd name="T22" fmla="*/ 3920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1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AC210E19-FEA0-458A-8BB3-3D050C8DD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7188" y="6354763"/>
              <a:ext cx="233363" cy="223838"/>
            </a:xfrm>
            <a:custGeom>
              <a:avLst/>
              <a:gdLst>
                <a:gd name="T0" fmla="*/ 2589 w 5179"/>
                <a:gd name="T1" fmla="*/ 3859 h 4983"/>
                <a:gd name="T2" fmla="*/ 1376 w 5179"/>
                <a:gd name="T3" fmla="*/ 2491 h 4983"/>
                <a:gd name="T4" fmla="*/ 2589 w 5179"/>
                <a:gd name="T5" fmla="*/ 1124 h 4983"/>
                <a:gd name="T6" fmla="*/ 3802 w 5179"/>
                <a:gd name="T7" fmla="*/ 2491 h 4983"/>
                <a:gd name="T8" fmla="*/ 2589 w 5179"/>
                <a:gd name="T9" fmla="*/ 3859 h 4983"/>
                <a:gd name="T10" fmla="*/ 2589 w 5179"/>
                <a:gd name="T11" fmla="*/ 0 h 4983"/>
                <a:gd name="T12" fmla="*/ 0 w 5179"/>
                <a:gd name="T13" fmla="*/ 2491 h 4983"/>
                <a:gd name="T14" fmla="*/ 2589 w 5179"/>
                <a:gd name="T15" fmla="*/ 4983 h 4983"/>
                <a:gd name="T16" fmla="*/ 5179 w 5179"/>
                <a:gd name="T17" fmla="*/ 2491 h 4983"/>
                <a:gd name="T18" fmla="*/ 2589 w 5179"/>
                <a:gd name="T19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9" h="4983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84354C6F-8977-45E8-ACEB-3609AA3CAD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67951" y="6354763"/>
              <a:ext cx="230188" cy="223838"/>
            </a:xfrm>
            <a:custGeom>
              <a:avLst/>
              <a:gdLst>
                <a:gd name="T0" fmla="*/ 3656 w 5107"/>
                <a:gd name="T1" fmla="*/ 2021 h 4983"/>
                <a:gd name="T2" fmla="*/ 1395 w 5107"/>
                <a:gd name="T3" fmla="*/ 2021 h 4983"/>
                <a:gd name="T4" fmla="*/ 1406 w 5107"/>
                <a:gd name="T5" fmla="*/ 1978 h 4983"/>
                <a:gd name="T6" fmla="*/ 2562 w 5107"/>
                <a:gd name="T7" fmla="*/ 1110 h 4983"/>
                <a:gd name="T8" fmla="*/ 3648 w 5107"/>
                <a:gd name="T9" fmla="*/ 1980 h 4983"/>
                <a:gd name="T10" fmla="*/ 3656 w 5107"/>
                <a:gd name="T11" fmla="*/ 2021 h 4983"/>
                <a:gd name="T12" fmla="*/ 2562 w 5107"/>
                <a:gd name="T13" fmla="*/ 0 h 4983"/>
                <a:gd name="T14" fmla="*/ 0 w 5107"/>
                <a:gd name="T15" fmla="*/ 2491 h 4983"/>
                <a:gd name="T16" fmla="*/ 731 w 5107"/>
                <a:gd name="T17" fmla="*/ 4277 h 4983"/>
                <a:gd name="T18" fmla="*/ 2702 w 5107"/>
                <a:gd name="T19" fmla="*/ 4983 h 4983"/>
                <a:gd name="T20" fmla="*/ 4717 w 5107"/>
                <a:gd name="T21" fmla="*/ 4218 h 4983"/>
                <a:gd name="T22" fmla="*/ 3921 w 5107"/>
                <a:gd name="T23" fmla="*/ 3422 h 4983"/>
                <a:gd name="T24" fmla="*/ 2674 w 5107"/>
                <a:gd name="T25" fmla="*/ 3873 h 4983"/>
                <a:gd name="T26" fmla="*/ 1392 w 5107"/>
                <a:gd name="T27" fmla="*/ 2977 h 4983"/>
                <a:gd name="T28" fmla="*/ 1380 w 5107"/>
                <a:gd name="T29" fmla="*/ 2934 h 4983"/>
                <a:gd name="T30" fmla="*/ 5055 w 5107"/>
                <a:gd name="T31" fmla="*/ 2934 h 4983"/>
                <a:gd name="T32" fmla="*/ 4357 w 5107"/>
                <a:gd name="T33" fmla="*/ 731 h 4983"/>
                <a:gd name="T34" fmla="*/ 2562 w 5107"/>
                <a:gd name="T35" fmla="*/ 0 h 4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07" h="4983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04F61A00-D14A-4B1E-AA2F-A4238E6AD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2051" y="6361113"/>
              <a:ext cx="225425" cy="212725"/>
            </a:xfrm>
            <a:custGeom>
              <a:avLst/>
              <a:gdLst>
                <a:gd name="T0" fmla="*/ 0 w 5036"/>
                <a:gd name="T1" fmla="*/ 0 h 4739"/>
                <a:gd name="T2" fmla="*/ 2565 w 5036"/>
                <a:gd name="T3" fmla="*/ 4739 h 4739"/>
                <a:gd name="T4" fmla="*/ 5036 w 5036"/>
                <a:gd name="T5" fmla="*/ 0 h 4739"/>
                <a:gd name="T6" fmla="*/ 3734 w 5036"/>
                <a:gd name="T7" fmla="*/ 0 h 4739"/>
                <a:gd name="T8" fmla="*/ 2622 w 5036"/>
                <a:gd name="T9" fmla="*/ 2337 h 4739"/>
                <a:gd name="T10" fmla="*/ 1468 w 5036"/>
                <a:gd name="T11" fmla="*/ 0 h 4739"/>
                <a:gd name="T12" fmla="*/ 0 w 5036"/>
                <a:gd name="T13" fmla="*/ 0 h 4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6" h="4739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641D061A-9FAC-4A2B-8CAF-9CF42D8C5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5951" y="6354763"/>
              <a:ext cx="212725" cy="217488"/>
            </a:xfrm>
            <a:custGeom>
              <a:avLst/>
              <a:gdLst>
                <a:gd name="T0" fmla="*/ 3516 w 4768"/>
                <a:gd name="T1" fmla="*/ 4831 h 4831"/>
                <a:gd name="T2" fmla="*/ 4767 w 4768"/>
                <a:gd name="T3" fmla="*/ 4831 h 4831"/>
                <a:gd name="T4" fmla="*/ 4768 w 4768"/>
                <a:gd name="T5" fmla="*/ 2315 h 4831"/>
                <a:gd name="T6" fmla="*/ 2384 w 4768"/>
                <a:gd name="T7" fmla="*/ 0 h 4831"/>
                <a:gd name="T8" fmla="*/ 0 w 4768"/>
                <a:gd name="T9" fmla="*/ 2315 h 4831"/>
                <a:gd name="T10" fmla="*/ 0 w 4768"/>
                <a:gd name="T11" fmla="*/ 4831 h 4831"/>
                <a:gd name="T12" fmla="*/ 1247 w 4768"/>
                <a:gd name="T13" fmla="*/ 4831 h 4831"/>
                <a:gd name="T14" fmla="*/ 1247 w 4768"/>
                <a:gd name="T15" fmla="*/ 2298 h 4831"/>
                <a:gd name="T16" fmla="*/ 2381 w 4768"/>
                <a:gd name="T17" fmla="*/ 1147 h 4831"/>
                <a:gd name="T18" fmla="*/ 2439 w 4768"/>
                <a:gd name="T19" fmla="*/ 1149 h 4831"/>
                <a:gd name="T20" fmla="*/ 3516 w 4768"/>
                <a:gd name="T21" fmla="*/ 2297 h 4831"/>
                <a:gd name="T22" fmla="*/ 3516 w 4768"/>
                <a:gd name="T23" fmla="*/ 4831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68" h="4831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A32660A-3992-4EC4-8AA5-32DFEF0AD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4138" y="6354763"/>
              <a:ext cx="130175" cy="217488"/>
            </a:xfrm>
            <a:custGeom>
              <a:avLst/>
              <a:gdLst>
                <a:gd name="T0" fmla="*/ 0 w 2885"/>
                <a:gd name="T1" fmla="*/ 4833 h 4833"/>
                <a:gd name="T2" fmla="*/ 1247 w 2885"/>
                <a:gd name="T3" fmla="*/ 4833 h 4833"/>
                <a:gd name="T4" fmla="*/ 1247 w 2885"/>
                <a:gd name="T5" fmla="*/ 2317 h 4833"/>
                <a:gd name="T6" fmla="*/ 2456 w 2885"/>
                <a:gd name="T7" fmla="*/ 1116 h 4833"/>
                <a:gd name="T8" fmla="*/ 2462 w 2885"/>
                <a:gd name="T9" fmla="*/ 1115 h 4833"/>
                <a:gd name="T10" fmla="*/ 2473 w 2885"/>
                <a:gd name="T11" fmla="*/ 1115 h 4833"/>
                <a:gd name="T12" fmla="*/ 2885 w 2885"/>
                <a:gd name="T13" fmla="*/ 1115 h 4833"/>
                <a:gd name="T14" fmla="*/ 2885 w 2885"/>
                <a:gd name="T15" fmla="*/ 0 h 4833"/>
                <a:gd name="T16" fmla="*/ 2318 w 2885"/>
                <a:gd name="T17" fmla="*/ 2 h 4833"/>
                <a:gd name="T18" fmla="*/ 0 w 2885"/>
                <a:gd name="T19" fmla="*/ 2317 h 4833"/>
                <a:gd name="T20" fmla="*/ 0 w 2885"/>
                <a:gd name="T21" fmla="*/ 4833 h 4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85" h="4833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arlow"/>
              </a:endParaRPr>
            </a:p>
          </p:txBody>
        </p:sp>
      </p:grpSp>
      <p:sp>
        <p:nvSpPr>
          <p:cNvPr id="30" name="Text Box 11">
            <a:extLst>
              <a:ext uri="{FF2B5EF4-FFF2-40B4-BE49-F238E27FC236}">
                <a16:creationId xmlns:a16="http://schemas.microsoft.com/office/drawing/2014/main" id="{89836005-57A3-467F-9D5D-43253F5A5C7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151784" y="6665884"/>
            <a:ext cx="2268252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0">
            <a:spAutoFit/>
          </a:bodyPr>
          <a:lstStyle/>
          <a:p>
            <a:pPr algn="r"/>
            <a:r>
              <a:rPr lang="en-US" sz="800" baseline="0" noProof="1">
                <a:solidFill>
                  <a:schemeClr val="tx1"/>
                </a:solidFill>
                <a:latin typeface="Barlow" charset="0"/>
                <a:ea typeface="Barlow" charset="0"/>
                <a:cs typeface="Barlow" charset="0"/>
              </a:rPr>
              <a:t>© 2018 Copyright Veoneer Inc. All Rights Reserved</a:t>
            </a:r>
          </a:p>
        </p:txBody>
      </p:sp>
      <p:sp>
        <p:nvSpPr>
          <p:cNvPr id="8" name="MSIPCMf0a0431896109666c0112107" descr="{&quot;HashCode&quot;:-409105436,&quot;Placement&quot;:&quot;Footer&quot;,&quot;Top&quot;:522.2,&quot;Left&quot;:887.517334,&quot;SlideWidth&quot;:960,&quot;SlideHeight&quot;:540}">
            <a:extLst>
              <a:ext uri="{FF2B5EF4-FFF2-40B4-BE49-F238E27FC236}">
                <a16:creationId xmlns:a16="http://schemas.microsoft.com/office/drawing/2014/main" id="{245A97F1-1C65-47DE-9CEB-C649912C3CAA}"/>
              </a:ext>
            </a:extLst>
          </p:cNvPr>
          <p:cNvSpPr txBox="1"/>
          <p:nvPr userDrawn="1"/>
        </p:nvSpPr>
        <p:spPr bwMode="gray">
          <a:xfrm>
            <a:off x="11271470" y="6631940"/>
            <a:ext cx="920530" cy="2260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</a:pPr>
            <a:r>
              <a:rPr lang="en-US" sz="800">
                <a:solidFill>
                  <a:srgbClr val="E30513"/>
                </a:solidFill>
                <a:latin typeface="Barlow" panose="00000500000000000000" pitchFamily="2" charset="0"/>
              </a:rPr>
              <a:t>CONFIDENTIAL</a:t>
            </a:r>
            <a:endParaRPr lang="en-US" sz="800" dirty="0">
              <a:solidFill>
                <a:srgbClr val="E30513"/>
              </a:solidFill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44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  <p:sldLayoutId id="2147483953" r:id="rId18"/>
    <p:sldLayoutId id="2147483954" r:id="rId19"/>
    <p:sldLayoutId id="2147483955" r:id="rId20"/>
    <p:sldLayoutId id="2147483956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98438" indent="-198438" algn="l" defTabSz="914400" rtl="0" eaLnBrk="1" latinLnBrk="0" hangingPunct="1">
        <a:lnSpc>
          <a:spcPct val="95000"/>
        </a:lnSpc>
        <a:spcBef>
          <a:spcPts val="1200"/>
        </a:spcBef>
        <a:buClr>
          <a:schemeClr val="accent4"/>
        </a:buClr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27038" indent="-219075" algn="l" defTabSz="914400" rtl="0" eaLnBrk="1" latinLnBrk="0" hangingPunct="1">
        <a:lnSpc>
          <a:spcPct val="95000"/>
        </a:lnSpc>
        <a:spcBef>
          <a:spcPts val="600"/>
        </a:spcBef>
        <a:buFont typeface="Barlow" panose="00000500000000000000" pitchFamily="2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06425" indent="-169863" algn="l" defTabSz="914400" rtl="0" eaLnBrk="1" latinLnBrk="0" hangingPunct="1">
        <a:lnSpc>
          <a:spcPct val="95000"/>
        </a:lnSpc>
        <a:spcBef>
          <a:spcPts val="3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5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5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9" pos="347">
          <p15:clr>
            <a:srgbClr val="F26B43"/>
          </p15:clr>
        </p15:guide>
        <p15:guide id="11" pos="7333">
          <p15:clr>
            <a:srgbClr val="F26B43"/>
          </p15:clr>
        </p15:guide>
        <p15:guide id="12" orient="horz" pos="1162">
          <p15:clr>
            <a:srgbClr val="F26B43"/>
          </p15:clr>
        </p15:guide>
        <p15:guide id="13" orient="horz" pos="3816">
          <p15:clr>
            <a:srgbClr val="F26B43"/>
          </p15:clr>
        </p15:guide>
        <p15:guide id="14" orient="horz" pos="754">
          <p15:clr>
            <a:srgbClr val="F26B43"/>
          </p15:clr>
        </p15:guide>
        <p15:guide id="17" orient="horz" pos="1298">
          <p15:clr>
            <a:srgbClr val="F26B43"/>
          </p15:clr>
        </p15:guide>
        <p15:guide id="18" orient="horz" pos="799">
          <p15:clr>
            <a:srgbClr val="F26B43"/>
          </p15:clr>
        </p15:guide>
        <p15:guide id="21" orient="horz" pos="459">
          <p15:clr>
            <a:srgbClr val="F26B43"/>
          </p15:clr>
        </p15:guide>
        <p15:guide id="24" orient="horz" pos="3974" userDrawn="1">
          <p15:clr>
            <a:srgbClr val="F26B43"/>
          </p15:clr>
        </p15:guide>
        <p15:guide id="25" orient="horz" pos="41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65EBE73-E4B8-483B-9019-C7605555B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783" y="2232342"/>
            <a:ext cx="6057367" cy="738664"/>
          </a:xfrm>
        </p:spPr>
        <p:txBody>
          <a:bodyPr/>
          <a:lstStyle/>
          <a:p>
            <a:r>
              <a:rPr lang="en-US" dirty="0"/>
              <a:t>Generic Libraries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2B20BF95-6BB2-45B4-8643-6CAEB8042C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Sebastian Nicoara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AEFF824-95BC-4CE3-837B-C4D6049F30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-templates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51DA360-4604-4C83-81F4-2B647968FD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Software Verification Engineer</a:t>
            </a:r>
          </a:p>
        </p:txBody>
      </p:sp>
      <p:sp>
        <p:nvSpPr>
          <p:cNvPr id="15" name="Platshållare för datum 14">
            <a:extLst>
              <a:ext uri="{FF2B5EF4-FFF2-40B4-BE49-F238E27FC236}">
                <a16:creationId xmlns:a16="http://schemas.microsoft.com/office/drawing/2014/main" id="{E801B208-2892-412A-9A8A-6CB8673D323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0863" y="6665884"/>
            <a:ext cx="562655" cy="123111"/>
          </a:xfrm>
        </p:spPr>
        <p:txBody>
          <a:bodyPr/>
          <a:lstStyle/>
          <a:p>
            <a:r>
              <a:rPr lang="en-US" dirty="0"/>
              <a:t>June 11, 2018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E3846-0B4B-43A6-8E12-C42EA56C79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Generic Libraries - templates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C68C6-42BB-4A3B-A500-90B00996EE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E74F4B1-9ADB-4B50-83D6-797B7B30BEA4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669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C0A9613-0766-4E12-AC1B-60CE1B63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1640173"/>
            <a:ext cx="8212136" cy="4417727"/>
          </a:xfrm>
        </p:spPr>
        <p:txBody>
          <a:bodyPr/>
          <a:lstStyle/>
          <a:p>
            <a:r>
              <a:rPr lang="en-US" dirty="0"/>
              <a:t>Add information to report about tester, DUT and bench.</a:t>
            </a:r>
          </a:p>
          <a:p>
            <a:pPr lvl="1"/>
            <a:r>
              <a:rPr lang="en-US" dirty="0" err="1"/>
              <a:t>TestInit</a:t>
            </a:r>
            <a:r>
              <a:rPr lang="en-US" dirty="0"/>
              <a:t>();</a:t>
            </a:r>
          </a:p>
          <a:p>
            <a:r>
              <a:rPr lang="en-US" dirty="0"/>
              <a:t>Add information about test step</a:t>
            </a:r>
          </a:p>
          <a:p>
            <a:pPr lvl="1"/>
            <a:r>
              <a:rPr lang="en-US" i="1" dirty="0" err="1"/>
              <a:t>TestStepAddActionExpected</a:t>
            </a:r>
            <a:r>
              <a:rPr lang="en-US" i="1" dirty="0"/>
              <a:t>(char </a:t>
            </a:r>
            <a:r>
              <a:rPr lang="en-US" i="1" dirty="0" err="1"/>
              <a:t>chAction</a:t>
            </a:r>
            <a:r>
              <a:rPr lang="en-US" i="1" dirty="0"/>
              <a:t>[], char </a:t>
            </a:r>
            <a:r>
              <a:rPr lang="en-US" i="1" dirty="0" err="1"/>
              <a:t>chExpected</a:t>
            </a:r>
            <a:r>
              <a:rPr lang="en-US" i="1" dirty="0"/>
              <a:t>[]);</a:t>
            </a:r>
          </a:p>
          <a:p>
            <a:r>
              <a:rPr lang="en-US" dirty="0"/>
              <a:t>Add ACTION to test step</a:t>
            </a:r>
          </a:p>
          <a:p>
            <a:pPr lvl="1"/>
            <a:r>
              <a:rPr lang="en-US" b="1" dirty="0" err="1"/>
              <a:t>A_LIBRARY_</a:t>
            </a:r>
            <a:r>
              <a:rPr lang="en-US" dirty="0" err="1"/>
              <a:t>TestStep</a:t>
            </a:r>
            <a:r>
              <a:rPr lang="en-US" dirty="0"/>
              <a:t>() – </a:t>
            </a:r>
            <a:r>
              <a:rPr lang="en-US" dirty="0" err="1"/>
              <a:t>TestStep</a:t>
            </a:r>
            <a:r>
              <a:rPr lang="en-US" dirty="0"/>
              <a:t> is replaced by an actual action function;</a:t>
            </a:r>
          </a:p>
          <a:p>
            <a:pPr lvl="2"/>
            <a:r>
              <a:rPr lang="en-US" dirty="0"/>
              <a:t>Multiple actions can exist in a Test Step;</a:t>
            </a:r>
          </a:p>
          <a:p>
            <a:pPr lvl="2"/>
            <a:r>
              <a:rPr lang="en-US" dirty="0"/>
              <a:t>Each action step must be named with “</a:t>
            </a:r>
            <a:r>
              <a:rPr lang="en-US" b="1" dirty="0"/>
              <a:t>A_</a:t>
            </a:r>
            <a:r>
              <a:rPr lang="en-US" dirty="0"/>
              <a:t>” before function title;</a:t>
            </a:r>
          </a:p>
          <a:p>
            <a:pPr lvl="2"/>
            <a:r>
              <a:rPr lang="en-US" dirty="0"/>
              <a:t>LIBRARY will be replaced with the specific library that contains the function;</a:t>
            </a:r>
          </a:p>
          <a:p>
            <a:r>
              <a:rPr lang="en-US" dirty="0"/>
              <a:t>Add EXPECTED to test step</a:t>
            </a:r>
          </a:p>
          <a:p>
            <a:pPr lvl="1"/>
            <a:r>
              <a:rPr lang="en-US" b="1" dirty="0" err="1"/>
              <a:t>E_LIBRARY_</a:t>
            </a:r>
            <a:r>
              <a:rPr lang="en-US" dirty="0" err="1"/>
              <a:t>TestStep</a:t>
            </a:r>
            <a:r>
              <a:rPr lang="en-US" dirty="0"/>
              <a:t>() – </a:t>
            </a:r>
            <a:r>
              <a:rPr lang="en-US" dirty="0" err="1"/>
              <a:t>TestStep</a:t>
            </a:r>
            <a:r>
              <a:rPr lang="en-US" dirty="0"/>
              <a:t> is replaced by an actual expected function;</a:t>
            </a:r>
          </a:p>
          <a:p>
            <a:pPr lvl="2"/>
            <a:r>
              <a:rPr lang="en-US" dirty="0"/>
              <a:t>Only one expected is allowed per Test Step;</a:t>
            </a:r>
          </a:p>
          <a:p>
            <a:pPr lvl="2"/>
            <a:r>
              <a:rPr lang="en-US" dirty="0"/>
              <a:t>LIBRARY will be replaced with the specific library that contains the function;</a:t>
            </a:r>
          </a:p>
          <a:p>
            <a:pPr marL="436562" lvl="2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65E9C-6D09-489D-8C7E-47906DEB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Month DD, YYYY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F73BC-043E-4629-A623-87AA16B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9957-70B9-4A40-B9DC-9A50BE0F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BA22159-DA8D-4C2C-AC14-D5E95E7C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template</a:t>
            </a:r>
          </a:p>
        </p:txBody>
      </p:sp>
    </p:spTree>
    <p:extLst>
      <p:ext uri="{BB962C8B-B14F-4D97-AF65-F5344CB8AC3E}">
        <p14:creationId xmlns:p14="http://schemas.microsoft.com/office/powerpoint/2010/main" val="328741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36940-46FE-4C00-888C-A80FCE34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E4627-780C-4CF8-B256-6102BAA3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9E75D-D567-4922-84C8-94F377FE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99CE336-DBE5-45F9-BB68-424E9B8FD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template -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6F5430-F552-4446-8367-91E9C367D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2209800"/>
            <a:ext cx="10766269" cy="2438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D57EB5-FB38-4AF5-ACBC-9BA852A7D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51341"/>
            <a:ext cx="1291398" cy="33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1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C0A9613-0766-4E12-AC1B-60CE1B63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2060575"/>
            <a:ext cx="8897936" cy="3997325"/>
          </a:xfrm>
        </p:spPr>
        <p:txBody>
          <a:bodyPr/>
          <a:lstStyle/>
          <a:p>
            <a:r>
              <a:rPr lang="en-US" dirty="0"/>
              <a:t>Declare variables needed.</a:t>
            </a:r>
          </a:p>
          <a:p>
            <a:r>
              <a:rPr lang="en-US" dirty="0"/>
              <a:t>Add action to report:</a:t>
            </a:r>
          </a:p>
          <a:p>
            <a:pPr lvl="1"/>
            <a:r>
              <a:rPr lang="en-US" dirty="0"/>
              <a:t>Create string which contains action and call function: </a:t>
            </a:r>
            <a:r>
              <a:rPr lang="en-US" i="1" dirty="0" err="1"/>
              <a:t>bFctn_REPORTAction</a:t>
            </a:r>
            <a:r>
              <a:rPr lang="en-US" i="1" dirty="0"/>
              <a:t>(</a:t>
            </a:r>
            <a:r>
              <a:rPr lang="en-US" i="1" dirty="0" err="1"/>
              <a:t>chAction</a:t>
            </a:r>
            <a:r>
              <a:rPr lang="en-US" i="1" dirty="0"/>
              <a:t>);</a:t>
            </a:r>
          </a:p>
          <a:p>
            <a:pPr lvl="1"/>
            <a:r>
              <a:rPr lang="en-US" dirty="0"/>
              <a:t>Function returns TRUE if action added to report and FALSE if not;</a:t>
            </a:r>
          </a:p>
          <a:p>
            <a:r>
              <a:rPr lang="en-US" dirty="0"/>
              <a:t>If TRUE response, implement action to be done or call existing function for the action;</a:t>
            </a:r>
          </a:p>
          <a:p>
            <a:r>
              <a:rPr lang="en-US" dirty="0"/>
              <a:t>In the final step, check if the result of the action is</a:t>
            </a:r>
          </a:p>
          <a:p>
            <a:pPr marL="0" indent="0">
              <a:buNone/>
            </a:pPr>
            <a:r>
              <a:rPr lang="en-US" dirty="0"/>
              <a:t> TRUE or FALSE and call function </a:t>
            </a:r>
            <a:r>
              <a:rPr lang="en-US" i="1" dirty="0" err="1"/>
              <a:t>vFctn_REPORTActionEvaluation</a:t>
            </a:r>
            <a:r>
              <a:rPr lang="en-US" i="1" dirty="0"/>
              <a:t>()  </a:t>
            </a:r>
            <a:r>
              <a:rPr lang="en-US" dirty="0"/>
              <a:t>accordingly;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65E9C-6D09-489D-8C7E-47906DEB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F73BC-043E-4629-A623-87AA16B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9957-70B9-4A40-B9DC-9A50BE0F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BA22159-DA8D-4C2C-AC14-D5E95E7C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step template</a:t>
            </a:r>
          </a:p>
        </p:txBody>
      </p:sp>
    </p:spTree>
    <p:extLst>
      <p:ext uri="{BB962C8B-B14F-4D97-AF65-F5344CB8AC3E}">
        <p14:creationId xmlns:p14="http://schemas.microsoft.com/office/powerpoint/2010/main" val="4235275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CDD30D-3835-4A5B-927C-51577358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CD11A-5D4E-459C-9FA1-BA1607E32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67B7-AC22-4191-825A-DA6987F8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310CFA1-385F-4928-B18E-2C1180C2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step template - 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867A0C-F0A2-4058-B4BE-1C43AC152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20" y="1636456"/>
            <a:ext cx="11110912" cy="498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C0A9613-0766-4E12-AC1B-60CE1B63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2060575"/>
            <a:ext cx="9812336" cy="3997325"/>
          </a:xfrm>
        </p:spPr>
        <p:txBody>
          <a:bodyPr/>
          <a:lstStyle/>
          <a:p>
            <a:r>
              <a:rPr lang="en-US" dirty="0"/>
              <a:t>Declare variables needed;</a:t>
            </a:r>
          </a:p>
          <a:p>
            <a:r>
              <a:rPr lang="en-US" dirty="0"/>
              <a:t>Create or call function to verify a result (must return TRUE or FALSE);</a:t>
            </a:r>
          </a:p>
          <a:p>
            <a:r>
              <a:rPr lang="en-US" dirty="0"/>
              <a:t>Verify condition and call function </a:t>
            </a:r>
            <a:r>
              <a:rPr lang="en-US" i="1" dirty="0" err="1"/>
              <a:t>vFctn_REPORTStepEvaluation</a:t>
            </a:r>
            <a:r>
              <a:rPr lang="en-US" i="1" dirty="0"/>
              <a:t>() </a:t>
            </a:r>
            <a:r>
              <a:rPr lang="en-US" dirty="0"/>
              <a:t>accordingly;</a:t>
            </a:r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65E9C-6D09-489D-8C7E-47906DEB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F73BC-043E-4629-A623-87AA16B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9957-70B9-4A40-B9DC-9A50BE0F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BA22159-DA8D-4C2C-AC14-D5E95E7C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step template</a:t>
            </a:r>
          </a:p>
        </p:txBody>
      </p:sp>
    </p:spTree>
    <p:extLst>
      <p:ext uri="{BB962C8B-B14F-4D97-AF65-F5344CB8AC3E}">
        <p14:creationId xmlns:p14="http://schemas.microsoft.com/office/powerpoint/2010/main" val="74971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E57102-C8E6-4EA5-AB6C-C9A57EA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1435B-F251-4174-B3BE-6588C723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3F051-1376-48A3-9B6F-FD9BA7C0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AB2CC2-0AA9-41EB-A85A-574B68486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step template - 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EC3075-947E-49A5-A04F-61B5E078C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1640173"/>
            <a:ext cx="10628882" cy="474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9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C0A9613-0766-4E12-AC1B-60CE1B632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function created a header must be added: (see picture to the right)</a:t>
            </a:r>
          </a:p>
          <a:p>
            <a:r>
              <a:rPr lang="en-US" dirty="0"/>
              <a:t>Each test starts by adding information about test step;</a:t>
            </a:r>
          </a:p>
          <a:p>
            <a:r>
              <a:rPr lang="en-US" dirty="0"/>
              <a:t>Test step is incremented automatically after each expected step;</a:t>
            </a:r>
          </a:p>
          <a:p>
            <a:r>
              <a:rPr lang="en-US" dirty="0"/>
              <a:t>Each action is incremented automatically for each step;</a:t>
            </a:r>
          </a:p>
          <a:p>
            <a:r>
              <a:rPr lang="en-US" dirty="0"/>
              <a:t>ONLY ONE expected for each test step;</a:t>
            </a:r>
          </a:p>
          <a:p>
            <a:r>
              <a:rPr lang="en-US" dirty="0"/>
              <a:t>Multiple actions allowed on a test step;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65E9C-6D09-489D-8C7E-47906DEB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F73BC-043E-4629-A623-87AA16B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9957-70B9-4A40-B9DC-9A50BE0F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BA22159-DA8D-4C2C-AC14-D5E95E7C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078058-912A-470F-9031-0CB0A7A7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963" y="759110"/>
            <a:ext cx="47720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5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065204-0EA4-455B-BE1E-72E754AE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65E9C-6D09-489D-8C7E-47906DEB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DD, YYYY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F73BC-043E-4629-A623-87AA16B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9957-70B9-4A40-B9DC-9A50BE0F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E681-EA8A-4B77-829B-1539858EA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48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LOCK" val="N"/>
</p:tagLst>
</file>

<file path=ppt/theme/theme1.xml><?xml version="1.0" encoding="utf-8"?>
<a:theme xmlns:a="http://schemas.openxmlformats.org/drawingml/2006/main" name="Veoneer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Veoneer">
      <a:majorFont>
        <a:latin typeface="Barlow SemiBold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4"/>
        </a:solidFill>
        <a:ln>
          <a:noFill/>
        </a:ln>
      </a:spPr>
      <a:bodyPr rtlCol="0" anchor="ctr">
        <a:noAutofit/>
      </a:bodyPr>
      <a:lstStyle>
        <a:defPPr algn="ctr">
          <a:spcBef>
            <a:spcPts val="600"/>
          </a:spcBef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rtlCol="0">
        <a:spAutoFit/>
      </a:bodyPr>
      <a:lstStyle>
        <a:defPPr algn="l">
          <a:spcBef>
            <a:spcPts val="600"/>
          </a:spcBef>
          <a:buClr>
            <a:schemeClr val="accent4"/>
          </a:buClr>
          <a:defRPr dirty="0" smtClean="0"/>
        </a:defPPr>
      </a:lstStyle>
    </a:txDef>
  </a:objectDefaults>
  <a:extraClrSchemeLst/>
  <a:custClrLst>
    <a:custClr name="Black">
      <a:srgbClr val="000000"/>
    </a:custClr>
    <a:custClr name="2">
      <a:srgbClr val="8F0043"/>
    </a:custClr>
    <a:custClr name="3">
      <a:srgbClr val="BC668E"/>
    </a:custClr>
    <a:custClr name="4">
      <a:srgbClr val="D8A6BD"/>
    </a:custClr>
    <a:custClr name="5">
      <a:srgbClr val="EB5A50"/>
    </a:custClr>
    <a:custClr name="6">
      <a:srgbClr val="F39C96"/>
    </a:custClr>
    <a:custClr name="7">
      <a:srgbClr val="F9CECA"/>
    </a:custClr>
    <a:custClr name="8">
      <a:srgbClr val="FFC638"/>
    </a:custClr>
    <a:custClr name="9">
      <a:srgbClr val="FFDD88"/>
    </a:custClr>
    <a:custClr name="10">
      <a:srgbClr val="FFEBB9"/>
    </a:custClr>
  </a:custClrLst>
  <a:extLst>
    <a:ext uri="{05A4C25C-085E-4340-85A3-A5531E510DB2}">
      <thm15:themeFamily xmlns:thm15="http://schemas.microsoft.com/office/thememl/2012/main" name="Veoneer PPT-Mall 2018_3.potx" id="{5CEF7A95-253F-470F-9ED4-A8CA712387D4}" vid="{242A0A39-E301-4B15-B526-56D0DA0D703D}"/>
    </a:ext>
  </a:extLst>
</a:theme>
</file>

<file path=ppt/theme/theme2.xml><?xml version="1.0" encoding="utf-8"?>
<a:theme xmlns:a="http://schemas.openxmlformats.org/drawingml/2006/main" name="Office-tema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67991"/>
      </a:hlink>
      <a:folHlink>
        <a:srgbClr val="7F7F7F"/>
      </a:folHlink>
    </a:clrScheme>
    <a:fontScheme name="Anpassat 23">
      <a:majorFont>
        <a:latin typeface="Barlow SemiBold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67991"/>
      </a:hlink>
      <a:folHlink>
        <a:srgbClr val="7F7F7F"/>
      </a:folHlink>
    </a:clrScheme>
    <a:fontScheme name="Anpassat 23">
      <a:majorFont>
        <a:latin typeface="Barlow SemiBold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527</TotalTime>
  <Words>408</Words>
  <Application>Microsoft Office PowerPoint</Application>
  <PresentationFormat>Widescreen</PresentationFormat>
  <Paragraphs>70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Barlow</vt:lpstr>
      <vt:lpstr>Barlow SemiBold</vt:lpstr>
      <vt:lpstr>Veoneer</vt:lpstr>
      <vt:lpstr>Generic Libraries</vt:lpstr>
      <vt:lpstr>Test template</vt:lpstr>
      <vt:lpstr>Test template - example</vt:lpstr>
      <vt:lpstr>Action step template</vt:lpstr>
      <vt:lpstr>Action step template - example</vt:lpstr>
      <vt:lpstr>Expected step template</vt:lpstr>
      <vt:lpstr>Expected step template - example</vt:lpstr>
      <vt:lpstr>Notes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Libraries</dc:title>
  <dc:creator>Sebastian Nicoara</dc:creator>
  <cp:lastModifiedBy>Sebastian Nicoara</cp:lastModifiedBy>
  <cp:revision>5</cp:revision>
  <dcterms:created xsi:type="dcterms:W3CDTF">2018-06-11T10:50:51Z</dcterms:created>
  <dcterms:modified xsi:type="dcterms:W3CDTF">2018-07-04T08:40:09Z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c91fa2-ed89-4230-9b15-4597ff53b3e3_Enabled">
    <vt:lpwstr>True</vt:lpwstr>
  </property>
  <property fmtid="{D5CDD505-2E9C-101B-9397-08002B2CF9AE}" pid="3" name="MSIP_Label_72c91fa2-ed89-4230-9b15-4597ff53b3e3_SiteId">
    <vt:lpwstr>81122329-96bb-41cc-9053-65e30c689cd5</vt:lpwstr>
  </property>
  <property fmtid="{D5CDD505-2E9C-101B-9397-08002B2CF9AE}" pid="4" name="MSIP_Label_72c91fa2-ed89-4230-9b15-4597ff53b3e3_Ref">
    <vt:lpwstr>https://api.informationprotection.azure.com/api/81122329-96bb-41cc-9053-65e30c689cd5</vt:lpwstr>
  </property>
  <property fmtid="{D5CDD505-2E9C-101B-9397-08002B2CF9AE}" pid="5" name="MSIP_Label_72c91fa2-ed89-4230-9b15-4597ff53b3e3_Owner">
    <vt:lpwstr>sebastian.nicoara@veoneer.com</vt:lpwstr>
  </property>
  <property fmtid="{D5CDD505-2E9C-101B-9397-08002B2CF9AE}" pid="6" name="MSIP_Label_72c91fa2-ed89-4230-9b15-4597ff53b3e3_SetDate">
    <vt:lpwstr>2018-06-11T15:01:08.5255652+03:00</vt:lpwstr>
  </property>
  <property fmtid="{D5CDD505-2E9C-101B-9397-08002B2CF9AE}" pid="7" name="MSIP_Label_72c91fa2-ed89-4230-9b15-4597ff53b3e3_Name">
    <vt:lpwstr>Confidential</vt:lpwstr>
  </property>
  <property fmtid="{D5CDD505-2E9C-101B-9397-08002B2CF9AE}" pid="8" name="MSIP_Label_72c91fa2-ed89-4230-9b15-4597ff53b3e3_Application">
    <vt:lpwstr>Microsoft Azure Information Protection</vt:lpwstr>
  </property>
  <property fmtid="{D5CDD505-2E9C-101B-9397-08002B2CF9AE}" pid="9" name="MSIP_Label_72c91fa2-ed89-4230-9b15-4597ff53b3e3_Extended_MSFT_Method">
    <vt:lpwstr>Manual</vt:lpwstr>
  </property>
  <property fmtid="{D5CDD505-2E9C-101B-9397-08002B2CF9AE}" pid="10" name="Sensitivity">
    <vt:lpwstr>Confidential</vt:lpwstr>
  </property>
</Properties>
</file>