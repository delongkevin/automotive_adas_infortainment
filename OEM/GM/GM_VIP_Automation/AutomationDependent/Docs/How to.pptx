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4" r:id="rId2"/>
    <p:sldId id="260" r:id="rId3"/>
    <p:sldId id="277" r:id="rId4"/>
    <p:sldId id="268" r:id="rId5"/>
    <p:sldId id="271" r:id="rId6"/>
    <p:sldId id="272" r:id="rId7"/>
    <p:sldId id="273" r:id="rId8"/>
    <p:sldId id="274" r:id="rId9"/>
    <p:sldId id="275" r:id="rId10"/>
    <p:sldId id="276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35F407-BDAF-3E8B-8E60-D0E6262EDE8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968ABB6-3BA9-9DC9-1D4E-7E1AB12A299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9E4B78-E578-8BD3-929B-4ECD88ED2D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24C8B2-4547-49CF-ABB1-F172FE0C2F7E}" type="datetimeFigureOut">
              <a:rPr lang="en-US" smtClean="0"/>
              <a:t>2/26/2025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101B35-19AC-1737-3EE4-229D02174A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21BE98-A75D-845B-F856-98BDDF6FF5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5FB68-091C-4FE5-9BF4-212A9458F3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120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4E23FC-4648-78A4-00CD-A037E1A4BB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84B1BB-FB08-2CC6-17E3-05C43EF72C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6B82D4-6192-8F4A-610B-6BA6BF27FF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24C8B2-4547-49CF-ABB1-F172FE0C2F7E}" type="datetimeFigureOut">
              <a:rPr lang="en-US" smtClean="0"/>
              <a:t>2/26/2025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AA6015-593A-F9F2-822E-A54DFC7282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053A97-FFF1-194A-F761-D0B6707653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5FB68-091C-4FE5-9BF4-212A9458F3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73298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7C4DE9-6B0E-924F-B0F1-18C51842E1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E7830D9-4135-E052-60C6-064A303E82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D2BEFB-BAB4-A291-CEF0-433B33BF46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24C8B2-4547-49CF-ABB1-F172FE0C2F7E}" type="datetimeFigureOut">
              <a:rPr lang="en-US" smtClean="0"/>
              <a:t>2/26/2025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7330CC-7DDF-D4E8-DF01-FA71732274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5E804A-522B-F8B1-CC05-D67C792677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5FB68-091C-4FE5-9BF4-212A9458F3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48713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A99A19-1E5C-C9FD-37C2-D223F5B586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D1E180-C2B8-2E37-B513-AAD12D0C162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894EAB8-2234-5151-215C-4C4B07D2678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C85569D-3549-28FC-38F1-845DF2C86F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24C8B2-4547-49CF-ABB1-F172FE0C2F7E}" type="datetimeFigureOut">
              <a:rPr lang="en-US" smtClean="0"/>
              <a:t>2/26/2025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A1E3C2F-1D52-A1D8-9A26-CABCAC0CB5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6D9EB71-CAE5-204D-2E7E-5FFA668E5E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5FB68-091C-4FE5-9BF4-212A9458F3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7849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BA599C-4530-07F8-2630-585D629A04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295C36E-F7A4-26F2-3D11-717D21AE1C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62E16B8-F9F7-B7EE-EF02-DBE5783E22A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180E992-FE9A-1A34-6B0D-93CCBDF7EE1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4D3D1E4-B249-3967-E179-EBF59D8B43B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7A2BD85-8382-41F0-09F3-F102302B74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24C8B2-4547-49CF-ABB1-F172FE0C2F7E}" type="datetimeFigureOut">
              <a:rPr lang="en-US" smtClean="0"/>
              <a:t>2/26/2025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3B0C143-94A6-A99F-034B-70EB7D43A9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0BE4A65-285A-B579-7F9A-CC21E92354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5FB68-091C-4FE5-9BF4-212A9458F3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96033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F98F3A-2FC8-5D9C-E277-AF28B1D958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D7C3E22-7C36-82BC-2B10-46811A3BD9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24C8B2-4547-49CF-ABB1-F172FE0C2F7E}" type="datetimeFigureOut">
              <a:rPr lang="en-US" smtClean="0"/>
              <a:t>2/26/2025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D787099-CE84-D1B5-E159-38FE3BEC0F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AC5CBBA-D3E9-7633-C3B2-67ADA1A0C7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5FB68-091C-4FE5-9BF4-212A9458F3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05468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AABC31B-8DAF-7ADF-52A1-33560E8FBB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24C8B2-4547-49CF-ABB1-F172FE0C2F7E}" type="datetimeFigureOut">
              <a:rPr lang="en-US" smtClean="0"/>
              <a:t>2/26/2025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A0537CE-6A76-C4EF-1FA9-8B166F190D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54F3C32-A68E-9082-B89E-06280A5519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5FB68-091C-4FE5-9BF4-212A9458F3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03588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57DBF7-1BB1-E562-2361-5373454D16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20AC48-2528-CC2D-CB0A-CFA4344FD4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5C8D9E0-6D5E-1B59-811F-1A7B1E5598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C2280FB-BE3C-FD7D-0B68-DB2EF615B1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24C8B2-4547-49CF-ABB1-F172FE0C2F7E}" type="datetimeFigureOut">
              <a:rPr lang="en-US" smtClean="0"/>
              <a:t>2/26/2025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5797D5-D5F7-DBD5-9DF4-DDD8F8417D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FC2F9C6-62B4-6CDA-60E8-3435B967B2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5FB68-091C-4FE5-9BF4-212A9458F3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63929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55FF3F-4729-129A-8B4D-24B165D9D5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4D11207-2E18-9484-0699-C429A7FB173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ADA17C9-C7DF-80D1-200F-108B03BEF7B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4803DAD-1964-8563-4203-C6CA3506CE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24C8B2-4547-49CF-ABB1-F172FE0C2F7E}" type="datetimeFigureOut">
              <a:rPr lang="en-US" smtClean="0"/>
              <a:t>2/26/2025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F3C75D6-CE36-CADF-D34A-62FF19C9F8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D6C4D4B-40FB-1C4F-B1C9-80FB30772A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5FB68-091C-4FE5-9BF4-212A9458F3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25796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3DE46C-AC18-7334-E788-499D1343B2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F18806A-33BD-DE83-BC8C-06E539ECD42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E3D39E-E98B-B8F5-3CAC-56CF05C5D2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24C8B2-4547-49CF-ABB1-F172FE0C2F7E}" type="datetimeFigureOut">
              <a:rPr lang="en-US" smtClean="0"/>
              <a:t>2/26/2025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B3B121-E571-DC11-9078-87533BE4D8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71D373-D16A-0F0E-7091-E1E7454D33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5FB68-091C-4FE5-9BF4-212A9458F3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11919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AED59B4-66DD-5FB6-858D-31F3BE23361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E71E00D-9CF2-B3C0-4C6C-96383FEFA49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BCBE0A-B2A9-EDA5-0015-28A478ABBB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24C8B2-4547-49CF-ABB1-F172FE0C2F7E}" type="datetimeFigureOut">
              <a:rPr lang="en-US" smtClean="0"/>
              <a:t>2/26/2025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E57304-F331-FC39-AC1D-EAB2388B87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4D25BD-BE98-AFDF-AA41-ABF5EA366A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5FB68-091C-4FE5-9BF4-212A9458F3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37924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398FB6C-F372-29E5-3487-FB6C1891B9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8C0E678-54FB-F71D-F2E1-DDD66A4DA7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717AEB-9F5B-2CAC-8254-A0F2644E8E3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424C8B2-4547-49CF-ABB1-F172FE0C2F7E}" type="datetimeFigureOut">
              <a:rPr lang="en-US" smtClean="0"/>
              <a:t>2/26/2025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480A2F-52AC-B035-01E5-68386E84A27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32CDB1-7055-1989-6545-44667ADC7CB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215FB68-091C-4FE5-9BF4-212A9458F3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63316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elc-github.magna.global/Magna-Electronics/D2H7520_GENLIB_Generic_Testing_Libs.git" TargetMode="Externa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AB16ED-5FEE-A9BE-53F4-071DAE6BFF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Requirements: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5B06A0-D9E8-313B-EA6E-176B47809B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822831"/>
          </a:xfrm>
        </p:spPr>
        <p:txBody>
          <a:bodyPr/>
          <a:lstStyle/>
          <a:p>
            <a:r>
              <a:rPr lang="en-US" dirty="0"/>
              <a:t>Vector </a:t>
            </a:r>
            <a:r>
              <a:rPr lang="en-US" dirty="0" err="1"/>
              <a:t>CANoe</a:t>
            </a:r>
            <a:endParaRPr lang="en-US" dirty="0"/>
          </a:p>
          <a:p>
            <a:r>
              <a:rPr lang="en-US" dirty="0"/>
              <a:t>Generic Library (clone repo: </a:t>
            </a:r>
            <a:r>
              <a:rPr lang="en-US" dirty="0">
                <a:hlinkClick r:id="rId2"/>
              </a:rPr>
              <a:t>https://elc-github.magna.global/Magna-Electronics/D2H7520_GENLIB_Generic_Testing_Libs.git</a:t>
            </a:r>
            <a:r>
              <a:rPr lang="en-US" dirty="0"/>
              <a:t>)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AC04ED82-1655-A104-728F-3F34AB1180FD}"/>
              </a:ext>
            </a:extLst>
          </p:cNvPr>
          <p:cNvSpPr txBox="1">
            <a:spLocks/>
          </p:cNvSpPr>
          <p:nvPr/>
        </p:nvSpPr>
        <p:spPr>
          <a:xfrm>
            <a:off x="838200" y="3653917"/>
            <a:ext cx="10515600" cy="283895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dirty="0"/>
              <a:t>For more details regarding test support functions check:</a:t>
            </a:r>
          </a:p>
          <a:p>
            <a:r>
              <a:rPr lang="en-US" sz="2800" dirty="0"/>
              <a:t> Docs\Doxygen_GFE_Documentation_Release.zip\html\_main_page_8c.html</a:t>
            </a:r>
          </a:p>
        </p:txBody>
      </p:sp>
    </p:spTree>
    <p:extLst>
      <p:ext uri="{BB962C8B-B14F-4D97-AF65-F5344CB8AC3E}">
        <p14:creationId xmlns:p14="http://schemas.microsoft.com/office/powerpoint/2010/main" val="27750140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8BD78F00-0561-B019-CDC2-904984292C20}"/>
              </a:ext>
            </a:extLst>
          </p:cNvPr>
          <p:cNvSpPr txBox="1">
            <a:spLocks/>
          </p:cNvSpPr>
          <p:nvPr/>
        </p:nvSpPr>
        <p:spPr>
          <a:xfrm>
            <a:off x="838200" y="256635"/>
            <a:ext cx="10515600" cy="585851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Step 1: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5CAAD91C-5DA6-3E45-8D48-699DDD4F63D7}"/>
              </a:ext>
            </a:extLst>
          </p:cNvPr>
          <p:cNvSpPr txBox="1">
            <a:spLocks/>
          </p:cNvSpPr>
          <p:nvPr/>
        </p:nvSpPr>
        <p:spPr>
          <a:xfrm>
            <a:off x="838200" y="844708"/>
            <a:ext cx="10515600" cy="267950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Add to the system variables the following files:</a:t>
            </a:r>
          </a:p>
          <a:p>
            <a:pPr lvl="1"/>
            <a:r>
              <a:rPr lang="en-US" dirty="0" err="1"/>
              <a:t>GenericLibraries</a:t>
            </a:r>
            <a:r>
              <a:rPr lang="en-US" dirty="0"/>
              <a:t>\baseLib\RS232\sysvarRS232.vsysvar</a:t>
            </a:r>
          </a:p>
          <a:p>
            <a:pPr lvl="1"/>
            <a:r>
              <a:rPr lang="en-US" dirty="0" err="1"/>
              <a:t>ProjectSupportLib</a:t>
            </a:r>
            <a:r>
              <a:rPr lang="en-US" dirty="0"/>
              <a:t>\controlLib\DUT\</a:t>
            </a:r>
            <a:r>
              <a:rPr lang="en-US" dirty="0" err="1"/>
              <a:t>DUT_PrjSupport.vsysvar</a:t>
            </a:r>
            <a:endParaRPr lang="en-US" dirty="0"/>
          </a:p>
          <a:p>
            <a:pPr lvl="1"/>
            <a:r>
              <a:rPr lang="en-US" dirty="0" err="1"/>
              <a:t>GenericLibraries</a:t>
            </a:r>
            <a:r>
              <a:rPr lang="en-US" dirty="0"/>
              <a:t>\SupportNodes\PowerSupply\</a:t>
            </a:r>
            <a:r>
              <a:rPr lang="en-US" dirty="0" err="1"/>
              <a:t>sysvarPowerSupply.vsysvar</a:t>
            </a:r>
            <a:endParaRPr lang="en-US" dirty="0"/>
          </a:p>
          <a:p>
            <a:pPr lvl="1"/>
            <a:r>
              <a:rPr lang="en-US" dirty="0" err="1"/>
              <a:t>GenericLibraries</a:t>
            </a:r>
            <a:r>
              <a:rPr lang="en-US" dirty="0"/>
              <a:t>\SupportNodes\TestMain\</a:t>
            </a:r>
            <a:r>
              <a:rPr lang="en-US" dirty="0" err="1"/>
              <a:t>sysvarMainPanel.vsysvar</a:t>
            </a:r>
            <a:endParaRPr lang="en-US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D61CD80C-7AB6-7C73-96E8-E5159571D8C9}"/>
              </a:ext>
            </a:extLst>
          </p:cNvPr>
          <p:cNvSpPr txBox="1">
            <a:spLocks/>
          </p:cNvSpPr>
          <p:nvPr/>
        </p:nvSpPr>
        <p:spPr>
          <a:xfrm>
            <a:off x="838200" y="3429000"/>
            <a:ext cx="10515600" cy="585851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Step 2: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E083836B-A53A-5299-D9A8-CBF34D6BCA60}"/>
              </a:ext>
            </a:extLst>
          </p:cNvPr>
          <p:cNvSpPr txBox="1">
            <a:spLocks/>
          </p:cNvSpPr>
          <p:nvPr/>
        </p:nvSpPr>
        <p:spPr>
          <a:xfrm>
            <a:off x="1274064" y="3924364"/>
            <a:ext cx="10515600" cy="20889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Add include in .can file: </a:t>
            </a:r>
            <a:r>
              <a:rPr lang="en-US" dirty="0" err="1">
                <a:solidFill>
                  <a:srgbClr val="A31515"/>
                </a:solidFill>
              </a:rPr>
              <a:t>ProjectSpecific</a:t>
            </a:r>
            <a:r>
              <a:rPr lang="en-US" dirty="0">
                <a:solidFill>
                  <a:srgbClr val="A31515"/>
                </a:solidFill>
              </a:rPr>
              <a:t>\</a:t>
            </a:r>
            <a:r>
              <a:rPr lang="en-US" dirty="0" err="1">
                <a:solidFill>
                  <a:srgbClr val="A31515"/>
                </a:solidFill>
              </a:rPr>
              <a:t>GenLib</a:t>
            </a:r>
            <a:r>
              <a:rPr lang="en-US" err="1">
                <a:solidFill>
                  <a:srgbClr val="A31515"/>
                </a:solidFill>
              </a:rPr>
              <a:t>_</a:t>
            </a:r>
            <a:r>
              <a:rPr lang="en-US">
                <a:solidFill>
                  <a:srgbClr val="A31515"/>
                </a:solidFill>
              </a:rPr>
              <a:t>Includes.</a:t>
            </a:r>
            <a:r>
              <a:rPr lang="en-US" dirty="0" err="1">
                <a:solidFill>
                  <a:srgbClr val="A31515"/>
                </a:solidFill>
              </a:rPr>
              <a:t>cin</a:t>
            </a:r>
            <a:r>
              <a:rPr lang="en-US" dirty="0">
                <a:solidFill>
                  <a:srgbClr val="A31515"/>
                </a:solidFill>
              </a:rPr>
              <a:t> </a:t>
            </a:r>
            <a:r>
              <a:rPr lang="en-US" dirty="0"/>
              <a:t>for Generic Test Case template</a:t>
            </a:r>
          </a:p>
          <a:p>
            <a:pPr lvl="1"/>
            <a:r>
              <a:rPr lang="en-US" dirty="0"/>
              <a:t>Example of generic template can be found in: Docs\</a:t>
            </a:r>
            <a:r>
              <a:rPr lang="en-US" dirty="0" err="1"/>
              <a:t>TestCaseExample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956959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0E0054-8530-C8E9-0666-3A9BDB5EE3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TestMain</a:t>
            </a:r>
            <a:r>
              <a:rPr lang="en-US" dirty="0"/>
              <a:t> and </a:t>
            </a:r>
            <a:r>
              <a:rPr lang="en-US" dirty="0" err="1"/>
              <a:t>PowerSupply</a:t>
            </a:r>
            <a:r>
              <a:rPr lang="en-US" dirty="0"/>
              <a:t> panel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BFE4676-BBD6-323B-E6DA-ABE111F4B22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17102" y="1690688"/>
            <a:ext cx="4410691" cy="4077269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A6FA3B0-F5C7-2828-5A91-FE8288C4F3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09187" y="1690688"/>
            <a:ext cx="4963218" cy="2943636"/>
          </a:xfrm>
          <a:prstGeom prst="rect">
            <a:avLst/>
          </a:prstGeom>
        </p:spPr>
      </p:pic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8DFD539A-0A4A-53B6-9440-19FFD5ADE3D9}"/>
              </a:ext>
            </a:extLst>
          </p:cNvPr>
          <p:cNvSpPr txBox="1">
            <a:spLocks/>
          </p:cNvSpPr>
          <p:nvPr/>
        </p:nvSpPr>
        <p:spPr>
          <a:xfrm>
            <a:off x="734568" y="5767957"/>
            <a:ext cx="10515600" cy="14705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Path </a:t>
            </a:r>
            <a:r>
              <a:rPr lang="en-US" dirty="0" err="1"/>
              <a:t>TestMain</a:t>
            </a:r>
            <a:r>
              <a:rPr lang="en-US" dirty="0"/>
              <a:t>: </a:t>
            </a:r>
            <a:r>
              <a:rPr lang="en-US" dirty="0" err="1"/>
              <a:t>GenericLibraries</a:t>
            </a:r>
            <a:r>
              <a:rPr lang="en-US" dirty="0"/>
              <a:t>\SupportNodes\</a:t>
            </a:r>
            <a:r>
              <a:rPr lang="en-US" dirty="0" err="1"/>
              <a:t>TestMain</a:t>
            </a:r>
            <a:endParaRPr lang="en-US" dirty="0"/>
          </a:p>
          <a:p>
            <a:r>
              <a:rPr lang="en-US" dirty="0"/>
              <a:t>Path </a:t>
            </a:r>
            <a:r>
              <a:rPr lang="en-US" dirty="0" err="1"/>
              <a:t>PowerSupply</a:t>
            </a:r>
            <a:r>
              <a:rPr lang="en-US" dirty="0"/>
              <a:t>: </a:t>
            </a:r>
            <a:r>
              <a:rPr lang="en-US" dirty="0" err="1"/>
              <a:t>GenericLibraries</a:t>
            </a:r>
            <a:r>
              <a:rPr lang="en-US" dirty="0"/>
              <a:t>\SupportNodes\PowerSupply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052277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361897-1991-33EF-927B-84769F0A2A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4306" y="1253331"/>
            <a:ext cx="3382164" cy="4351338"/>
          </a:xfrm>
        </p:spPr>
        <p:txBody>
          <a:bodyPr>
            <a:normAutofit lnSpcReduction="10000"/>
          </a:bodyPr>
          <a:lstStyle/>
          <a:p>
            <a:r>
              <a:rPr lang="en-US" dirty="0"/>
              <a:t>Generic Test step structure:</a:t>
            </a:r>
          </a:p>
          <a:p>
            <a:pPr marL="0" indent="0">
              <a:buNone/>
            </a:pPr>
            <a:r>
              <a:rPr lang="en-US" sz="1600" dirty="0"/>
              <a:t>- Each step can have multiple action functions but only one expected function.</a:t>
            </a:r>
          </a:p>
          <a:p>
            <a:pPr marL="0" indent="0">
              <a:buNone/>
            </a:pPr>
            <a:r>
              <a:rPr lang="en-US" sz="1600" dirty="0"/>
              <a:t>- </a:t>
            </a:r>
            <a:r>
              <a:rPr lang="en-US" sz="1600" dirty="0" err="1"/>
              <a:t>chActionText</a:t>
            </a:r>
            <a:r>
              <a:rPr lang="en-US" sz="1600" dirty="0"/>
              <a:t> must contain all the action for the corresponding step.</a:t>
            </a:r>
          </a:p>
          <a:p>
            <a:pPr marL="0" indent="0">
              <a:buNone/>
            </a:pPr>
            <a:r>
              <a:rPr lang="en-US" sz="1600" dirty="0"/>
              <a:t>- </a:t>
            </a:r>
            <a:r>
              <a:rPr lang="en-US" sz="1600" dirty="0" err="1"/>
              <a:t>chExpectedText</a:t>
            </a:r>
            <a:r>
              <a:rPr lang="en-US" sz="1600" dirty="0"/>
              <a:t> must contain the expected outcome.</a:t>
            </a:r>
          </a:p>
          <a:p>
            <a:pPr marL="0" indent="0">
              <a:buNone/>
            </a:pPr>
            <a:r>
              <a:rPr lang="en-US" sz="1600" dirty="0"/>
              <a:t>- Test case MUST start with Pre-conditions and end with Post-conditions. Pre-conditions: ensure that the ECU is in correct state for your test. Post-conditions leave the ECU in “default” state, example: no faults, running mode etc.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2EB8E56-2B92-076A-AE9C-D0CA411088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56470" y="179759"/>
            <a:ext cx="8192643" cy="63921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14021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DC0F60-4A85-D09B-906E-BEAA5D4FB8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Test steps examples: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B3A4FC-5A11-A4FE-A82C-09DE635A16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142792"/>
            <a:ext cx="10515600" cy="2034171"/>
          </a:xfrm>
        </p:spPr>
        <p:txBody>
          <a:bodyPr/>
          <a:lstStyle/>
          <a:p>
            <a:r>
              <a:rPr lang="en-US" dirty="0"/>
              <a:t>Breakpoint set and check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C0B6C6D-9895-2FED-0C80-75334B52F2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3518" y="1467357"/>
            <a:ext cx="11564964" cy="24863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5716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DC0F60-4A85-D09B-906E-BEAA5D4FB8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Test steps examples: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B3A4FC-5A11-A4FE-A82C-09DE635A16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142792"/>
            <a:ext cx="10515600" cy="2034171"/>
          </a:xfrm>
        </p:spPr>
        <p:txBody>
          <a:bodyPr/>
          <a:lstStyle/>
          <a:p>
            <a:r>
              <a:rPr lang="en-US" dirty="0"/>
              <a:t>How to set a variable value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3E2BF83-413B-16A6-D4A6-92A6AFCE3C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2544" y="1600627"/>
            <a:ext cx="11726912" cy="22291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866782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DC0F60-4A85-D09B-906E-BEAA5D4FB8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Test steps examples: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B3A4FC-5A11-A4FE-A82C-09DE635A16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142792"/>
            <a:ext cx="10515600" cy="2034171"/>
          </a:xfrm>
        </p:spPr>
        <p:txBody>
          <a:bodyPr/>
          <a:lstStyle/>
          <a:p>
            <a:r>
              <a:rPr lang="en-US" dirty="0"/>
              <a:t>How to check register bit status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6C10E1C-D05A-22BD-04AF-1462B28C1D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8834" y="1945054"/>
            <a:ext cx="10974332" cy="19433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641526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DC0F60-4A85-D09B-906E-BEAA5D4FB8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Test steps examples: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B3A4FC-5A11-A4FE-A82C-09DE635A16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142792"/>
            <a:ext cx="10515600" cy="2034171"/>
          </a:xfrm>
        </p:spPr>
        <p:txBody>
          <a:bodyPr/>
          <a:lstStyle/>
          <a:p>
            <a:r>
              <a:rPr lang="en-US" dirty="0"/>
              <a:t>Example of pre/post conditions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DCFE440-7255-96E7-A215-882586D85D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9781" y="1532578"/>
            <a:ext cx="11012437" cy="26102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600200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DC0F60-4A85-D09B-906E-BEAA5D4FB8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Test steps examples: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B3A4FC-5A11-A4FE-A82C-09DE635A16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142792"/>
            <a:ext cx="10515600" cy="2034171"/>
          </a:xfrm>
        </p:spPr>
        <p:txBody>
          <a:bodyPr/>
          <a:lstStyle/>
          <a:p>
            <a:r>
              <a:rPr lang="en-US" dirty="0"/>
              <a:t>System: </a:t>
            </a:r>
            <a:r>
              <a:rPr lang="en-US" dirty="0" err="1"/>
              <a:t>geely</a:t>
            </a:r>
            <a:r>
              <a:rPr lang="en-US" dirty="0"/>
              <a:t>(ignore) example of </a:t>
            </a:r>
            <a:r>
              <a:rPr lang="en-US" dirty="0" err="1"/>
              <a:t>baudrate</a:t>
            </a:r>
            <a:r>
              <a:rPr lang="en-US" dirty="0"/>
              <a:t> setting and check message present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CCB7B53-8D87-334A-EB7D-A969FE8D3A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754" y="1778343"/>
            <a:ext cx="11936491" cy="22767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00357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DC0F60-4A85-D09B-906E-BEAA5D4FB8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Test steps examples: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B3A4FC-5A11-A4FE-A82C-09DE635A16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142792"/>
            <a:ext cx="10515600" cy="2034171"/>
          </a:xfrm>
        </p:spPr>
        <p:txBody>
          <a:bodyPr/>
          <a:lstStyle/>
          <a:p>
            <a:r>
              <a:rPr lang="en-US" dirty="0"/>
              <a:t>Usage of </a:t>
            </a:r>
            <a:r>
              <a:rPr lang="en-US" dirty="0" err="1"/>
              <a:t>diag</a:t>
            </a:r>
            <a:r>
              <a:rPr lang="en-US" dirty="0"/>
              <a:t> functions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28C0A3D-468D-0071-7548-F75142AB5E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15130"/>
            <a:ext cx="12192000" cy="28276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659812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58</TotalTime>
  <Words>315</Words>
  <Application>Microsoft Office PowerPoint</Application>
  <PresentationFormat>Widescreen</PresentationFormat>
  <Paragraphs>34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Aptos</vt:lpstr>
      <vt:lpstr>Aptos Display</vt:lpstr>
      <vt:lpstr>Arial</vt:lpstr>
      <vt:lpstr>Office Theme</vt:lpstr>
      <vt:lpstr>Requirements:</vt:lpstr>
      <vt:lpstr>PowerPoint Presentation</vt:lpstr>
      <vt:lpstr>TestMain and PowerSupply panel</vt:lpstr>
      <vt:lpstr>PowerPoint Presentation</vt:lpstr>
      <vt:lpstr>Test steps examples:</vt:lpstr>
      <vt:lpstr>Test steps examples:</vt:lpstr>
      <vt:lpstr>Test steps examples:</vt:lpstr>
      <vt:lpstr>Test steps examples:</vt:lpstr>
      <vt:lpstr>Test steps examples:</vt:lpstr>
      <vt:lpstr>Test steps examples: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Sufana, Sergiu</dc:creator>
  <cp:lastModifiedBy>Sufana, Sergiu</cp:lastModifiedBy>
  <cp:revision>3</cp:revision>
  <dcterms:created xsi:type="dcterms:W3CDTF">2025-02-26T08:09:18Z</dcterms:created>
  <dcterms:modified xsi:type="dcterms:W3CDTF">2025-02-26T12:50:07Z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e798273d-f5aa-46da-8e10-241f6dcd5f2d_Enabled">
    <vt:lpwstr>true</vt:lpwstr>
  </property>
  <property fmtid="{D5CDD505-2E9C-101B-9397-08002B2CF9AE}" pid="3" name="MSIP_Label_e798273d-f5aa-46da-8e10-241f6dcd5f2d_SetDate">
    <vt:lpwstr>2025-02-26T11:42:57Z</vt:lpwstr>
  </property>
  <property fmtid="{D5CDD505-2E9C-101B-9397-08002B2CF9AE}" pid="4" name="MSIP_Label_e798273d-f5aa-46da-8e10-241f6dcd5f2d_Method">
    <vt:lpwstr>Standard</vt:lpwstr>
  </property>
  <property fmtid="{D5CDD505-2E9C-101B-9397-08002B2CF9AE}" pid="5" name="MSIP_Label_e798273d-f5aa-46da-8e10-241f6dcd5f2d_Name">
    <vt:lpwstr>e798273d-f5aa-46da-8e10-241f6dcd5f2d</vt:lpwstr>
  </property>
  <property fmtid="{D5CDD505-2E9C-101B-9397-08002B2CF9AE}" pid="6" name="MSIP_Label_e798273d-f5aa-46da-8e10-241f6dcd5f2d_SiteId">
    <vt:lpwstr>c760270c-f3da-4cfa-9737-03808ef5579f</vt:lpwstr>
  </property>
  <property fmtid="{D5CDD505-2E9C-101B-9397-08002B2CF9AE}" pid="7" name="MSIP_Label_e798273d-f5aa-46da-8e10-241f6dcd5f2d_ActionId">
    <vt:lpwstr>1d8d0eb0-5446-4de8-a945-2556d17e2b73</vt:lpwstr>
  </property>
  <property fmtid="{D5CDD505-2E9C-101B-9397-08002B2CF9AE}" pid="8" name="MSIP_Label_e798273d-f5aa-46da-8e10-241f6dcd5f2d_ContentBits">
    <vt:lpwstr>0</vt:lpwstr>
  </property>
</Properties>
</file>