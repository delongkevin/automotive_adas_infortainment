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9" r:id="rId4"/>
  </p:sldMasterIdLst>
  <p:notesMasterIdLst>
    <p:notesMasterId r:id="rId52"/>
  </p:notesMasterIdLst>
  <p:handoutMasterIdLst>
    <p:handoutMasterId r:id="rId53"/>
  </p:handoutMasterIdLst>
  <p:sldIdLst>
    <p:sldId id="270" r:id="rId5"/>
    <p:sldId id="271" r:id="rId6"/>
    <p:sldId id="261" r:id="rId7"/>
    <p:sldId id="273" r:id="rId8"/>
    <p:sldId id="272" r:id="rId9"/>
    <p:sldId id="274" r:id="rId10"/>
    <p:sldId id="275" r:id="rId11"/>
    <p:sldId id="302" r:id="rId12"/>
    <p:sldId id="303" r:id="rId13"/>
    <p:sldId id="304" r:id="rId14"/>
    <p:sldId id="281" r:id="rId15"/>
    <p:sldId id="283" r:id="rId16"/>
    <p:sldId id="314" r:id="rId17"/>
    <p:sldId id="315" r:id="rId18"/>
    <p:sldId id="316" r:id="rId19"/>
    <p:sldId id="317" r:id="rId20"/>
    <p:sldId id="284" r:id="rId21"/>
    <p:sldId id="286" r:id="rId22"/>
    <p:sldId id="287" r:id="rId23"/>
    <p:sldId id="288" r:id="rId24"/>
    <p:sldId id="276" r:id="rId25"/>
    <p:sldId id="277" r:id="rId26"/>
    <p:sldId id="278" r:id="rId27"/>
    <p:sldId id="280" r:id="rId28"/>
    <p:sldId id="299" r:id="rId29"/>
    <p:sldId id="300" r:id="rId30"/>
    <p:sldId id="301" r:id="rId31"/>
    <p:sldId id="289" r:id="rId32"/>
    <p:sldId id="290" r:id="rId33"/>
    <p:sldId id="318" r:id="rId34"/>
    <p:sldId id="291" r:id="rId35"/>
    <p:sldId id="292" r:id="rId36"/>
    <p:sldId id="305" r:id="rId37"/>
    <p:sldId id="306" r:id="rId38"/>
    <p:sldId id="307" r:id="rId39"/>
    <p:sldId id="308" r:id="rId40"/>
    <p:sldId id="298" r:id="rId41"/>
    <p:sldId id="297" r:id="rId42"/>
    <p:sldId id="313" r:id="rId43"/>
    <p:sldId id="312" r:id="rId44"/>
    <p:sldId id="293" r:id="rId45"/>
    <p:sldId id="310" r:id="rId46"/>
    <p:sldId id="294" r:id="rId47"/>
    <p:sldId id="311" r:id="rId48"/>
    <p:sldId id="295" r:id="rId49"/>
    <p:sldId id="296" r:id="rId50"/>
    <p:sldId id="262" r:id="rId51"/>
  </p:sldIdLst>
  <p:sldSz cx="12192000" cy="6858000"/>
  <p:notesSz cx="6858000" cy="9144000"/>
  <p:defaultTextStyle>
    <a:defPPr>
      <a:defRPr lang="ja-JP"/>
    </a:defPPr>
    <a:lvl1pPr marL="0" algn="l" defTabSz="839876" rtl="0" eaLnBrk="1" latinLnBrk="0" hangingPunct="1">
      <a:defRPr kumimoji="1"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kumimoji="1"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kumimoji="1"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kumimoji="1"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kumimoji="1"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kumimoji="1"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kumimoji="1"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kumimoji="1"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kumimoji="1"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izumi" initials="k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85C1"/>
    <a:srgbClr val="6ABAB1"/>
    <a:srgbClr val="000000"/>
    <a:srgbClr val="4040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90" autoAdjust="0"/>
    <p:restoredTop sz="86285"/>
  </p:normalViewPr>
  <p:slideViewPr>
    <p:cSldViewPr snapToObjects="1">
      <p:cViewPr varScale="1">
        <p:scale>
          <a:sx n="120" d="100"/>
          <a:sy n="120" d="100"/>
        </p:scale>
        <p:origin x="26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99" d="100"/>
          <a:sy n="99" d="100"/>
        </p:scale>
        <p:origin x="299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image" Target="../media/image7.JP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image" Target="../media/image7.JP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DA8E8-5247-4A14-B6E3-29EB9A23125A}" type="doc">
      <dgm:prSet loTypeId="urn:microsoft.com/office/officeart/2005/8/layout/pictureOrgChart+Icon" loCatId="hierarchy" qsTypeId="urn:microsoft.com/office/officeart/2005/8/quickstyle/simple2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B4797708-1061-490E-B94A-82C80EF559E8}">
      <dgm:prSet phldrT="[Text]" custT="1"/>
      <dgm:spPr/>
      <dgm:t>
        <a:bodyPr/>
        <a:lstStyle/>
        <a:p>
          <a:pPr algn="l"/>
          <a:r>
            <a:rPr lang="en-US" sz="1600" dirty="0"/>
            <a:t>Ciprian</a:t>
          </a:r>
          <a:r>
            <a:rPr lang="en-US" sz="1600" baseline="0" dirty="0"/>
            <a:t> COVACI</a:t>
          </a:r>
        </a:p>
        <a:p>
          <a:pPr algn="l"/>
          <a:endParaRPr lang="en-US" sz="1200" baseline="0" dirty="0"/>
        </a:p>
        <a:p>
          <a:pPr algn="l"/>
          <a:r>
            <a:rPr lang="en-US" sz="1200" baseline="0" dirty="0"/>
            <a:t>- Coordination;</a:t>
          </a:r>
        </a:p>
        <a:p>
          <a:pPr algn="l"/>
          <a:r>
            <a:rPr lang="en-US" sz="1200" baseline="0" dirty="0"/>
            <a:t>- Support;</a:t>
          </a:r>
        </a:p>
        <a:p>
          <a:pPr algn="l"/>
          <a:r>
            <a:rPr lang="en-US" sz="1200" baseline="0" dirty="0"/>
            <a:t>- Review.</a:t>
          </a:r>
          <a:endParaRPr lang="en-US" sz="1600" baseline="0" dirty="0"/>
        </a:p>
      </dgm:t>
    </dgm:pt>
    <dgm:pt modelId="{67565EEA-5402-4820-A15A-5BE130C430C0}" type="parTrans" cxnId="{23F08B1B-9340-4D5B-8728-19A9C257938A}">
      <dgm:prSet/>
      <dgm:spPr/>
      <dgm:t>
        <a:bodyPr/>
        <a:lstStyle/>
        <a:p>
          <a:endParaRPr lang="en-US"/>
        </a:p>
      </dgm:t>
    </dgm:pt>
    <dgm:pt modelId="{C038E6E0-C3EC-40F8-AB35-53B366AC264B}" type="sibTrans" cxnId="{23F08B1B-9340-4D5B-8728-19A9C257938A}">
      <dgm:prSet/>
      <dgm:spPr/>
      <dgm:t>
        <a:bodyPr/>
        <a:lstStyle/>
        <a:p>
          <a:endParaRPr lang="en-US"/>
        </a:p>
      </dgm:t>
    </dgm:pt>
    <dgm:pt modelId="{E1401F74-8993-4F57-9FC2-74042960E5E9}" type="asst">
      <dgm:prSet phldrT="[Text]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 b="0" dirty="0"/>
            <a:t>Sebastian NICOARĂ</a:t>
          </a:r>
        </a:p>
        <a:p>
          <a:pPr algn="l">
            <a:lnSpc>
              <a:spcPct val="90000"/>
            </a:lnSpc>
          </a:pPr>
          <a:r>
            <a:rPr lang="en-US" sz="1200" dirty="0"/>
            <a:t>- Configuration;</a:t>
          </a:r>
        </a:p>
        <a:p>
          <a:pPr algn="l">
            <a:lnSpc>
              <a:spcPct val="90000"/>
            </a:lnSpc>
          </a:pPr>
          <a:r>
            <a:rPr lang="en-US" sz="1200" dirty="0"/>
            <a:t>- Development.</a:t>
          </a:r>
        </a:p>
      </dgm:t>
    </dgm:pt>
    <dgm:pt modelId="{C2A43C1F-8ED0-4616-8E29-6E61F6A892F9}" type="parTrans" cxnId="{0C234593-47C8-42B5-BFBB-6AE12EA18E57}">
      <dgm:prSet/>
      <dgm:spPr/>
      <dgm:t>
        <a:bodyPr/>
        <a:lstStyle/>
        <a:p>
          <a:endParaRPr lang="en-US"/>
        </a:p>
      </dgm:t>
    </dgm:pt>
    <dgm:pt modelId="{CFDC7308-7CD1-4F5D-9BFC-BB2F8846AC9B}" type="sibTrans" cxnId="{0C234593-47C8-42B5-BFBB-6AE12EA18E57}">
      <dgm:prSet/>
      <dgm:spPr/>
      <dgm:t>
        <a:bodyPr/>
        <a:lstStyle/>
        <a:p>
          <a:endParaRPr lang="en-US"/>
        </a:p>
      </dgm:t>
    </dgm:pt>
    <dgm:pt modelId="{AC0C91E6-BDEB-4F01-8CEB-50269850BB34}">
      <dgm:prSet phldrT="[Text]" custT="1"/>
      <dgm:spPr/>
      <dgm:t>
        <a:bodyPr/>
        <a:lstStyle/>
        <a:p>
          <a:pPr algn="l"/>
          <a:r>
            <a:rPr lang="en-US" sz="1600" dirty="0"/>
            <a:t>Romulus </a:t>
          </a:r>
          <a:r>
            <a:rPr lang="en-US" sz="1600" b="0" dirty="0"/>
            <a:t>BIȚĂ</a:t>
          </a:r>
        </a:p>
        <a:p>
          <a:pPr algn="l"/>
          <a:endParaRPr lang="en-US" sz="1200" dirty="0"/>
        </a:p>
        <a:p>
          <a:pPr algn="l"/>
          <a:r>
            <a:rPr lang="en-US" sz="1200" dirty="0"/>
            <a:t>- Development;</a:t>
          </a:r>
        </a:p>
        <a:p>
          <a:pPr algn="l"/>
          <a:r>
            <a:rPr lang="en-US" sz="1200" dirty="0"/>
            <a:t>- Testing;</a:t>
          </a:r>
        </a:p>
        <a:p>
          <a:pPr algn="l"/>
          <a:r>
            <a:rPr lang="en-US" sz="1200" dirty="0"/>
            <a:t>- Documentation.</a:t>
          </a:r>
        </a:p>
      </dgm:t>
    </dgm:pt>
    <dgm:pt modelId="{FDDF74F4-9171-4228-83AC-C8078D1DF86B}" type="parTrans" cxnId="{67624B54-573D-4D64-83FE-1380A9760FD2}">
      <dgm:prSet/>
      <dgm:spPr/>
      <dgm:t>
        <a:bodyPr/>
        <a:lstStyle/>
        <a:p>
          <a:endParaRPr lang="en-US"/>
        </a:p>
      </dgm:t>
    </dgm:pt>
    <dgm:pt modelId="{767A4A49-2678-4007-8027-6F7447A10B15}" type="sibTrans" cxnId="{67624B54-573D-4D64-83FE-1380A9760FD2}">
      <dgm:prSet/>
      <dgm:spPr/>
      <dgm:t>
        <a:bodyPr/>
        <a:lstStyle/>
        <a:p>
          <a:endParaRPr lang="en-US"/>
        </a:p>
      </dgm:t>
    </dgm:pt>
    <dgm:pt modelId="{54541D7E-20DC-44B5-864D-D2736F2BBA87}">
      <dgm:prSet phldrT="[Text]" custT="1"/>
      <dgm:spPr/>
      <dgm:t>
        <a:bodyPr/>
        <a:lstStyle/>
        <a:p>
          <a:pPr algn="l"/>
          <a:r>
            <a:rPr lang="en-US" sz="1600" dirty="0"/>
            <a:t>Grigore ANGHELOIU</a:t>
          </a:r>
        </a:p>
        <a:p>
          <a:pPr algn="l"/>
          <a:r>
            <a:rPr lang="en-US" sz="1200" dirty="0"/>
            <a:t>- Development;</a:t>
          </a:r>
        </a:p>
        <a:p>
          <a:pPr algn="l"/>
          <a:r>
            <a:rPr lang="en-US" sz="1200" dirty="0"/>
            <a:t>- Testing;</a:t>
          </a:r>
        </a:p>
        <a:p>
          <a:pPr algn="l"/>
          <a:r>
            <a:rPr lang="en-US" sz="1200" dirty="0"/>
            <a:t>- Documentation.</a:t>
          </a:r>
        </a:p>
      </dgm:t>
    </dgm:pt>
    <dgm:pt modelId="{23407F86-1702-441B-8513-C7793BA65C6A}" type="parTrans" cxnId="{1B9AEE1C-D940-4ABB-A9A1-4DAD0612BD56}">
      <dgm:prSet/>
      <dgm:spPr/>
      <dgm:t>
        <a:bodyPr/>
        <a:lstStyle/>
        <a:p>
          <a:endParaRPr lang="en-US"/>
        </a:p>
      </dgm:t>
    </dgm:pt>
    <dgm:pt modelId="{04D78EA2-94DA-4829-92C3-61E902211AD2}" type="sibTrans" cxnId="{1B9AEE1C-D940-4ABB-A9A1-4DAD0612BD56}">
      <dgm:prSet/>
      <dgm:spPr/>
      <dgm:t>
        <a:bodyPr/>
        <a:lstStyle/>
        <a:p>
          <a:endParaRPr lang="en-US"/>
        </a:p>
      </dgm:t>
    </dgm:pt>
    <dgm:pt modelId="{4FCC55C4-A0F0-4B41-9231-E2E7E6F6A77E}">
      <dgm:prSet phldrT="[Text]" custT="1"/>
      <dgm:spPr/>
      <dgm:t>
        <a:bodyPr/>
        <a:lstStyle/>
        <a:p>
          <a:pPr algn="l"/>
          <a:r>
            <a:rPr lang="en-US" sz="1600" dirty="0"/>
            <a:t>Cristian JURESCU</a:t>
          </a:r>
        </a:p>
        <a:p>
          <a:pPr algn="l"/>
          <a:endParaRPr lang="en-US" sz="1200" dirty="0"/>
        </a:p>
        <a:p>
          <a:pPr algn="l"/>
          <a:r>
            <a:rPr lang="en-US" sz="1200" dirty="0"/>
            <a:t>- Development;</a:t>
          </a:r>
        </a:p>
        <a:p>
          <a:pPr algn="l"/>
          <a:r>
            <a:rPr lang="en-US" sz="1200" dirty="0"/>
            <a:t>- Testing;</a:t>
          </a:r>
        </a:p>
        <a:p>
          <a:pPr algn="l"/>
          <a:r>
            <a:rPr lang="en-US" sz="1200" dirty="0"/>
            <a:t>- Documentation.</a:t>
          </a:r>
        </a:p>
      </dgm:t>
    </dgm:pt>
    <dgm:pt modelId="{C4F22FEB-9D81-4AEA-8186-595348FE0987}" type="parTrans" cxnId="{C46EF2C2-C0FA-45A7-BD39-620B5334D383}">
      <dgm:prSet/>
      <dgm:spPr/>
      <dgm:t>
        <a:bodyPr/>
        <a:lstStyle/>
        <a:p>
          <a:endParaRPr lang="en-US"/>
        </a:p>
      </dgm:t>
    </dgm:pt>
    <dgm:pt modelId="{B5C4251F-FF52-4F2F-A82B-5B0C178A860D}" type="sibTrans" cxnId="{C46EF2C2-C0FA-45A7-BD39-620B5334D383}">
      <dgm:prSet/>
      <dgm:spPr/>
      <dgm:t>
        <a:bodyPr/>
        <a:lstStyle/>
        <a:p>
          <a:endParaRPr lang="en-US"/>
        </a:p>
      </dgm:t>
    </dgm:pt>
    <dgm:pt modelId="{9843A427-83E6-4882-9F52-4F12C7FDF007}" type="pres">
      <dgm:prSet presAssocID="{C20DA8E8-5247-4A14-B6E3-29EB9A23125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D598658-76F1-4A79-87BB-A94039C41C4D}" type="pres">
      <dgm:prSet presAssocID="{B4797708-1061-490E-B94A-82C80EF559E8}" presName="hierRoot1" presStyleCnt="0">
        <dgm:presLayoutVars>
          <dgm:hierBranch val="init"/>
        </dgm:presLayoutVars>
      </dgm:prSet>
      <dgm:spPr/>
    </dgm:pt>
    <dgm:pt modelId="{7D1F7F81-4AB1-4873-98BF-EE50F536133D}" type="pres">
      <dgm:prSet presAssocID="{B4797708-1061-490E-B94A-82C80EF559E8}" presName="rootComposite1" presStyleCnt="0"/>
      <dgm:spPr/>
    </dgm:pt>
    <dgm:pt modelId="{BBD4E99F-B283-4D6C-B95D-93D971346F53}" type="pres">
      <dgm:prSet presAssocID="{B4797708-1061-490E-B94A-82C80EF559E8}" presName="rootText1" presStyleLbl="node0" presStyleIdx="0" presStyleCnt="1">
        <dgm:presLayoutVars>
          <dgm:chPref val="3"/>
        </dgm:presLayoutVars>
      </dgm:prSet>
      <dgm:spPr/>
    </dgm:pt>
    <dgm:pt modelId="{755A54EC-672B-485C-AC6C-5B3D6BB63B8D}" type="pres">
      <dgm:prSet presAssocID="{B4797708-1061-490E-B94A-82C80EF559E8}" presName="rootPict1" presStyleLbl="align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</dgm:pt>
    <dgm:pt modelId="{0FACAB50-7111-4129-B0CF-D7320CE292A7}" type="pres">
      <dgm:prSet presAssocID="{B4797708-1061-490E-B94A-82C80EF559E8}" presName="rootConnector1" presStyleLbl="node1" presStyleIdx="0" presStyleCnt="0"/>
      <dgm:spPr/>
    </dgm:pt>
    <dgm:pt modelId="{24C0416F-D405-439D-B86C-F22655F93293}" type="pres">
      <dgm:prSet presAssocID="{B4797708-1061-490E-B94A-82C80EF559E8}" presName="hierChild2" presStyleCnt="0"/>
      <dgm:spPr/>
    </dgm:pt>
    <dgm:pt modelId="{0EB87255-D411-4D87-BFF0-1258E9B3FA8D}" type="pres">
      <dgm:prSet presAssocID="{FDDF74F4-9171-4228-83AC-C8078D1DF86B}" presName="Name37" presStyleLbl="parChTrans1D2" presStyleIdx="0" presStyleCnt="4"/>
      <dgm:spPr/>
    </dgm:pt>
    <dgm:pt modelId="{4C38A8AA-C540-486C-84E9-BF83ADFF163F}" type="pres">
      <dgm:prSet presAssocID="{AC0C91E6-BDEB-4F01-8CEB-50269850BB34}" presName="hierRoot2" presStyleCnt="0">
        <dgm:presLayoutVars>
          <dgm:hierBranch val="init"/>
        </dgm:presLayoutVars>
      </dgm:prSet>
      <dgm:spPr/>
    </dgm:pt>
    <dgm:pt modelId="{90D55A48-0714-43DB-97A6-ABFBB050F06E}" type="pres">
      <dgm:prSet presAssocID="{AC0C91E6-BDEB-4F01-8CEB-50269850BB34}" presName="rootComposite" presStyleCnt="0"/>
      <dgm:spPr/>
    </dgm:pt>
    <dgm:pt modelId="{C48B81B1-2B0A-48BD-9BB9-96893D4B30A6}" type="pres">
      <dgm:prSet presAssocID="{AC0C91E6-BDEB-4F01-8CEB-50269850BB34}" presName="rootText" presStyleLbl="node2" presStyleIdx="0" presStyleCnt="3">
        <dgm:presLayoutVars>
          <dgm:chPref val="3"/>
        </dgm:presLayoutVars>
      </dgm:prSet>
      <dgm:spPr/>
    </dgm:pt>
    <dgm:pt modelId="{AE1427CF-FD04-4F0F-9F37-C90BA01FE6CB}" type="pres">
      <dgm:prSet presAssocID="{AC0C91E6-BDEB-4F01-8CEB-50269850BB34}" presName="rootPict" presStyleLbl="align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7000" r="-47000"/>
          </a:stretch>
        </a:blipFill>
      </dgm:spPr>
    </dgm:pt>
    <dgm:pt modelId="{E0CE4E65-9A9E-4795-84DF-17376CDE5F96}" type="pres">
      <dgm:prSet presAssocID="{AC0C91E6-BDEB-4F01-8CEB-50269850BB34}" presName="rootConnector" presStyleLbl="node2" presStyleIdx="0" presStyleCnt="3"/>
      <dgm:spPr/>
    </dgm:pt>
    <dgm:pt modelId="{1B5D3B1D-4CC0-4852-9F54-F97D6E394127}" type="pres">
      <dgm:prSet presAssocID="{AC0C91E6-BDEB-4F01-8CEB-50269850BB34}" presName="hierChild4" presStyleCnt="0"/>
      <dgm:spPr/>
    </dgm:pt>
    <dgm:pt modelId="{4DCDC95F-0A1A-4ABE-8A4A-695C616762A4}" type="pres">
      <dgm:prSet presAssocID="{AC0C91E6-BDEB-4F01-8CEB-50269850BB34}" presName="hierChild5" presStyleCnt="0"/>
      <dgm:spPr/>
    </dgm:pt>
    <dgm:pt modelId="{C360072E-1264-49E7-9E53-C2368F5177B7}" type="pres">
      <dgm:prSet presAssocID="{23407F86-1702-441B-8513-C7793BA65C6A}" presName="Name37" presStyleLbl="parChTrans1D2" presStyleIdx="1" presStyleCnt="4"/>
      <dgm:spPr/>
    </dgm:pt>
    <dgm:pt modelId="{F431D424-5961-4AC2-8CF5-C80EBF1E6046}" type="pres">
      <dgm:prSet presAssocID="{54541D7E-20DC-44B5-864D-D2736F2BBA87}" presName="hierRoot2" presStyleCnt="0">
        <dgm:presLayoutVars>
          <dgm:hierBranch val="init"/>
        </dgm:presLayoutVars>
      </dgm:prSet>
      <dgm:spPr/>
    </dgm:pt>
    <dgm:pt modelId="{E5F8411B-6326-45C9-A2A5-1D2E1E61F031}" type="pres">
      <dgm:prSet presAssocID="{54541D7E-20DC-44B5-864D-D2736F2BBA87}" presName="rootComposite" presStyleCnt="0"/>
      <dgm:spPr/>
    </dgm:pt>
    <dgm:pt modelId="{973CF02B-7DA2-4C57-A909-6D288E0664C4}" type="pres">
      <dgm:prSet presAssocID="{54541D7E-20DC-44B5-864D-D2736F2BBA87}" presName="rootText" presStyleLbl="node2" presStyleIdx="1" presStyleCnt="3">
        <dgm:presLayoutVars>
          <dgm:chPref val="3"/>
        </dgm:presLayoutVars>
      </dgm:prSet>
      <dgm:spPr/>
    </dgm:pt>
    <dgm:pt modelId="{5BC0E33C-DE9C-46C1-A649-F07DA9385B58}" type="pres">
      <dgm:prSet presAssocID="{54541D7E-20DC-44B5-864D-D2736F2BBA87}" presName="rootPict" presStyleLbl="align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</dgm:pt>
    <dgm:pt modelId="{E9043FE2-9794-4BAF-B44B-FB3BD3D30CA9}" type="pres">
      <dgm:prSet presAssocID="{54541D7E-20DC-44B5-864D-D2736F2BBA87}" presName="rootConnector" presStyleLbl="node2" presStyleIdx="1" presStyleCnt="3"/>
      <dgm:spPr/>
    </dgm:pt>
    <dgm:pt modelId="{DC75CBB9-57F2-4CB9-A3F0-8A0D2179B7AE}" type="pres">
      <dgm:prSet presAssocID="{54541D7E-20DC-44B5-864D-D2736F2BBA87}" presName="hierChild4" presStyleCnt="0"/>
      <dgm:spPr/>
    </dgm:pt>
    <dgm:pt modelId="{969B5DA4-C580-4AF7-AF28-DA9B4039BF32}" type="pres">
      <dgm:prSet presAssocID="{54541D7E-20DC-44B5-864D-D2736F2BBA87}" presName="hierChild5" presStyleCnt="0"/>
      <dgm:spPr/>
    </dgm:pt>
    <dgm:pt modelId="{4F2FD82B-34B5-4CF0-AF5F-44184818B988}" type="pres">
      <dgm:prSet presAssocID="{C4F22FEB-9D81-4AEA-8186-595348FE0987}" presName="Name37" presStyleLbl="parChTrans1D2" presStyleIdx="2" presStyleCnt="4"/>
      <dgm:spPr/>
    </dgm:pt>
    <dgm:pt modelId="{DEFCAF7C-901A-478D-A133-2CD9CAF7D3F1}" type="pres">
      <dgm:prSet presAssocID="{4FCC55C4-A0F0-4B41-9231-E2E7E6F6A77E}" presName="hierRoot2" presStyleCnt="0">
        <dgm:presLayoutVars>
          <dgm:hierBranch val="init"/>
        </dgm:presLayoutVars>
      </dgm:prSet>
      <dgm:spPr/>
    </dgm:pt>
    <dgm:pt modelId="{87EA0C5A-69C7-460A-9E99-E08780D9658E}" type="pres">
      <dgm:prSet presAssocID="{4FCC55C4-A0F0-4B41-9231-E2E7E6F6A77E}" presName="rootComposite" presStyleCnt="0"/>
      <dgm:spPr/>
    </dgm:pt>
    <dgm:pt modelId="{29EEF996-03EB-4EF1-B85C-0F65E9CCC959}" type="pres">
      <dgm:prSet presAssocID="{4FCC55C4-A0F0-4B41-9231-E2E7E6F6A77E}" presName="rootText" presStyleLbl="node2" presStyleIdx="2" presStyleCnt="3">
        <dgm:presLayoutVars>
          <dgm:chPref val="3"/>
        </dgm:presLayoutVars>
      </dgm:prSet>
      <dgm:spPr/>
    </dgm:pt>
    <dgm:pt modelId="{DC3BBAD4-7803-4E4F-8429-1A37582FAB5A}" type="pres">
      <dgm:prSet presAssocID="{4FCC55C4-A0F0-4B41-9231-E2E7E6F6A77E}" presName="rootPict" presStyleLbl="alignImgPlace1" presStyleIdx="3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DD4B7539-D522-42AE-9EEE-0B0BCC81E069}" type="pres">
      <dgm:prSet presAssocID="{4FCC55C4-A0F0-4B41-9231-E2E7E6F6A77E}" presName="rootConnector" presStyleLbl="node2" presStyleIdx="2" presStyleCnt="3"/>
      <dgm:spPr/>
    </dgm:pt>
    <dgm:pt modelId="{5DF1F6F3-C747-404C-B295-6D8D3B2A4B22}" type="pres">
      <dgm:prSet presAssocID="{4FCC55C4-A0F0-4B41-9231-E2E7E6F6A77E}" presName="hierChild4" presStyleCnt="0"/>
      <dgm:spPr/>
    </dgm:pt>
    <dgm:pt modelId="{07C00C23-9863-42AC-ACCE-FF2D3960122A}" type="pres">
      <dgm:prSet presAssocID="{4FCC55C4-A0F0-4B41-9231-E2E7E6F6A77E}" presName="hierChild5" presStyleCnt="0"/>
      <dgm:spPr/>
    </dgm:pt>
    <dgm:pt modelId="{CB78F1DA-52A0-434D-83DC-A64BEB703EA1}" type="pres">
      <dgm:prSet presAssocID="{B4797708-1061-490E-B94A-82C80EF559E8}" presName="hierChild3" presStyleCnt="0"/>
      <dgm:spPr/>
    </dgm:pt>
    <dgm:pt modelId="{D4C308A3-7F2A-4A22-B71B-3209654FDA5A}" type="pres">
      <dgm:prSet presAssocID="{C2A43C1F-8ED0-4616-8E29-6E61F6A892F9}" presName="Name111" presStyleLbl="parChTrans1D2" presStyleIdx="3" presStyleCnt="4"/>
      <dgm:spPr/>
    </dgm:pt>
    <dgm:pt modelId="{B05B0D7E-03A9-41EA-9E3F-0A6C8E145E0C}" type="pres">
      <dgm:prSet presAssocID="{E1401F74-8993-4F57-9FC2-74042960E5E9}" presName="hierRoot3" presStyleCnt="0">
        <dgm:presLayoutVars>
          <dgm:hierBranch val="init"/>
        </dgm:presLayoutVars>
      </dgm:prSet>
      <dgm:spPr/>
    </dgm:pt>
    <dgm:pt modelId="{AB719835-B00F-4797-80D6-D59A2018856C}" type="pres">
      <dgm:prSet presAssocID="{E1401F74-8993-4F57-9FC2-74042960E5E9}" presName="rootComposite3" presStyleCnt="0"/>
      <dgm:spPr/>
    </dgm:pt>
    <dgm:pt modelId="{593540F3-9F1F-437B-A645-11F6643F8604}" type="pres">
      <dgm:prSet presAssocID="{E1401F74-8993-4F57-9FC2-74042960E5E9}" presName="rootText3" presStyleLbl="asst1" presStyleIdx="0" presStyleCnt="1" custLinFactX="18966" custLinFactNeighborX="100000" custLinFactNeighborY="-2418">
        <dgm:presLayoutVars>
          <dgm:chPref val="3"/>
        </dgm:presLayoutVars>
      </dgm:prSet>
      <dgm:spPr/>
    </dgm:pt>
    <dgm:pt modelId="{48C38AD2-3D34-4911-B1E9-DB525D617E19}" type="pres">
      <dgm:prSet presAssocID="{E1401F74-8993-4F57-9FC2-74042960E5E9}" presName="rootPict3" presStyleLbl="alignImgPlace1" presStyleIdx="4" presStyleCnt="5" custLinFactX="191215" custLinFactNeighborX="200000" custLinFactNeighborY="-160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44A5327C-EA10-4533-8C96-811A90BFBFE5}" type="pres">
      <dgm:prSet presAssocID="{E1401F74-8993-4F57-9FC2-74042960E5E9}" presName="rootConnector3" presStyleLbl="asst1" presStyleIdx="0" presStyleCnt="1"/>
      <dgm:spPr/>
    </dgm:pt>
    <dgm:pt modelId="{B9FA608C-3AAB-4BB5-B041-35BC8BA21642}" type="pres">
      <dgm:prSet presAssocID="{E1401F74-8993-4F57-9FC2-74042960E5E9}" presName="hierChild6" presStyleCnt="0"/>
      <dgm:spPr/>
    </dgm:pt>
    <dgm:pt modelId="{FBEE1B21-47A3-4631-B998-51CC8C7E718C}" type="pres">
      <dgm:prSet presAssocID="{E1401F74-8993-4F57-9FC2-74042960E5E9}" presName="hierChild7" presStyleCnt="0"/>
      <dgm:spPr/>
    </dgm:pt>
  </dgm:ptLst>
  <dgm:cxnLst>
    <dgm:cxn modelId="{50982004-7619-4DF4-A138-9C5DB46D8220}" type="presOf" srcId="{FDDF74F4-9171-4228-83AC-C8078D1DF86B}" destId="{0EB87255-D411-4D87-BFF0-1258E9B3FA8D}" srcOrd="0" destOrd="0" presId="urn:microsoft.com/office/officeart/2005/8/layout/pictureOrgChart+Icon"/>
    <dgm:cxn modelId="{1DDC9E0E-BE85-41F3-844A-9C2B894C963B}" type="presOf" srcId="{4FCC55C4-A0F0-4B41-9231-E2E7E6F6A77E}" destId="{DD4B7539-D522-42AE-9EEE-0B0BCC81E069}" srcOrd="1" destOrd="0" presId="urn:microsoft.com/office/officeart/2005/8/layout/pictureOrgChart+Icon"/>
    <dgm:cxn modelId="{302E3A12-4AFF-4813-A499-859DD90740B1}" type="presOf" srcId="{C20DA8E8-5247-4A14-B6E3-29EB9A23125A}" destId="{9843A427-83E6-4882-9F52-4F12C7FDF007}" srcOrd="0" destOrd="0" presId="urn:microsoft.com/office/officeart/2005/8/layout/pictureOrgChart+Icon"/>
    <dgm:cxn modelId="{23F08B1B-9340-4D5B-8728-19A9C257938A}" srcId="{C20DA8E8-5247-4A14-B6E3-29EB9A23125A}" destId="{B4797708-1061-490E-B94A-82C80EF559E8}" srcOrd="0" destOrd="0" parTransId="{67565EEA-5402-4820-A15A-5BE130C430C0}" sibTransId="{C038E6E0-C3EC-40F8-AB35-53B366AC264B}"/>
    <dgm:cxn modelId="{1B9AEE1C-D940-4ABB-A9A1-4DAD0612BD56}" srcId="{B4797708-1061-490E-B94A-82C80EF559E8}" destId="{54541D7E-20DC-44B5-864D-D2736F2BBA87}" srcOrd="2" destOrd="0" parTransId="{23407F86-1702-441B-8513-C7793BA65C6A}" sibTransId="{04D78EA2-94DA-4829-92C3-61E902211AD2}"/>
    <dgm:cxn modelId="{21DC9521-8E34-4B0D-87EF-930CD7082531}" type="presOf" srcId="{C4F22FEB-9D81-4AEA-8186-595348FE0987}" destId="{4F2FD82B-34B5-4CF0-AF5F-44184818B988}" srcOrd="0" destOrd="0" presId="urn:microsoft.com/office/officeart/2005/8/layout/pictureOrgChart+Icon"/>
    <dgm:cxn modelId="{D55DE02C-8EA2-404D-8571-5F685CFB47DF}" type="presOf" srcId="{54541D7E-20DC-44B5-864D-D2736F2BBA87}" destId="{973CF02B-7DA2-4C57-A909-6D288E0664C4}" srcOrd="0" destOrd="0" presId="urn:microsoft.com/office/officeart/2005/8/layout/pictureOrgChart+Icon"/>
    <dgm:cxn modelId="{DDA5EF30-DAF7-419D-A44C-307A9EE924E3}" type="presOf" srcId="{B4797708-1061-490E-B94A-82C80EF559E8}" destId="{BBD4E99F-B283-4D6C-B95D-93D971346F53}" srcOrd="0" destOrd="0" presId="urn:microsoft.com/office/officeart/2005/8/layout/pictureOrgChart+Icon"/>
    <dgm:cxn modelId="{68978F3A-B627-4284-B609-255F34B9B058}" type="presOf" srcId="{E1401F74-8993-4F57-9FC2-74042960E5E9}" destId="{44A5327C-EA10-4533-8C96-811A90BFBFE5}" srcOrd="1" destOrd="0" presId="urn:microsoft.com/office/officeart/2005/8/layout/pictureOrgChart+Icon"/>
    <dgm:cxn modelId="{67624B54-573D-4D64-83FE-1380A9760FD2}" srcId="{B4797708-1061-490E-B94A-82C80EF559E8}" destId="{AC0C91E6-BDEB-4F01-8CEB-50269850BB34}" srcOrd="1" destOrd="0" parTransId="{FDDF74F4-9171-4228-83AC-C8078D1DF86B}" sibTransId="{767A4A49-2678-4007-8027-6F7447A10B15}"/>
    <dgm:cxn modelId="{C0C32279-656C-4945-BD50-AFBEE50FD120}" type="presOf" srcId="{E1401F74-8993-4F57-9FC2-74042960E5E9}" destId="{593540F3-9F1F-437B-A645-11F6643F8604}" srcOrd="0" destOrd="0" presId="urn:microsoft.com/office/officeart/2005/8/layout/pictureOrgChart+Icon"/>
    <dgm:cxn modelId="{470FDA8B-48EF-46CB-B2EF-37FE9C59A897}" type="presOf" srcId="{AC0C91E6-BDEB-4F01-8CEB-50269850BB34}" destId="{E0CE4E65-9A9E-4795-84DF-17376CDE5F96}" srcOrd="1" destOrd="0" presId="urn:microsoft.com/office/officeart/2005/8/layout/pictureOrgChart+Icon"/>
    <dgm:cxn modelId="{AF8D3393-8C0C-4CD3-82C5-AEE906FB0B86}" type="presOf" srcId="{AC0C91E6-BDEB-4F01-8CEB-50269850BB34}" destId="{C48B81B1-2B0A-48BD-9BB9-96893D4B30A6}" srcOrd="0" destOrd="0" presId="urn:microsoft.com/office/officeart/2005/8/layout/pictureOrgChart+Icon"/>
    <dgm:cxn modelId="{0C234593-47C8-42B5-BFBB-6AE12EA18E57}" srcId="{B4797708-1061-490E-B94A-82C80EF559E8}" destId="{E1401F74-8993-4F57-9FC2-74042960E5E9}" srcOrd="0" destOrd="0" parTransId="{C2A43C1F-8ED0-4616-8E29-6E61F6A892F9}" sibTransId="{CFDC7308-7CD1-4F5D-9BFC-BB2F8846AC9B}"/>
    <dgm:cxn modelId="{E8AC6F96-BFE2-4413-A1EB-582AD44A5674}" type="presOf" srcId="{4FCC55C4-A0F0-4B41-9231-E2E7E6F6A77E}" destId="{29EEF996-03EB-4EF1-B85C-0F65E9CCC959}" srcOrd="0" destOrd="0" presId="urn:microsoft.com/office/officeart/2005/8/layout/pictureOrgChart+Icon"/>
    <dgm:cxn modelId="{28050199-A895-4C2B-BB7F-2D7014200591}" type="presOf" srcId="{54541D7E-20DC-44B5-864D-D2736F2BBA87}" destId="{E9043FE2-9794-4BAF-B44B-FB3BD3D30CA9}" srcOrd="1" destOrd="0" presId="urn:microsoft.com/office/officeart/2005/8/layout/pictureOrgChart+Icon"/>
    <dgm:cxn modelId="{00906B9E-CC3C-483C-89AB-6FF45287FEF2}" type="presOf" srcId="{23407F86-1702-441B-8513-C7793BA65C6A}" destId="{C360072E-1264-49E7-9E53-C2368F5177B7}" srcOrd="0" destOrd="0" presId="urn:microsoft.com/office/officeart/2005/8/layout/pictureOrgChart+Icon"/>
    <dgm:cxn modelId="{C46EF2C2-C0FA-45A7-BD39-620B5334D383}" srcId="{B4797708-1061-490E-B94A-82C80EF559E8}" destId="{4FCC55C4-A0F0-4B41-9231-E2E7E6F6A77E}" srcOrd="3" destOrd="0" parTransId="{C4F22FEB-9D81-4AEA-8186-595348FE0987}" sibTransId="{B5C4251F-FF52-4F2F-A82B-5B0C178A860D}"/>
    <dgm:cxn modelId="{E20847DB-9DF5-498E-BE85-68567358C646}" type="presOf" srcId="{C2A43C1F-8ED0-4616-8E29-6E61F6A892F9}" destId="{D4C308A3-7F2A-4A22-B71B-3209654FDA5A}" srcOrd="0" destOrd="0" presId="urn:microsoft.com/office/officeart/2005/8/layout/pictureOrgChart+Icon"/>
    <dgm:cxn modelId="{5E8A4FDD-D4B7-420A-9345-2B92FE989853}" type="presOf" srcId="{B4797708-1061-490E-B94A-82C80EF559E8}" destId="{0FACAB50-7111-4129-B0CF-D7320CE292A7}" srcOrd="1" destOrd="0" presId="urn:microsoft.com/office/officeart/2005/8/layout/pictureOrgChart+Icon"/>
    <dgm:cxn modelId="{E98F6830-C12A-4AAA-BB5A-DAC40B054157}" type="presParOf" srcId="{9843A427-83E6-4882-9F52-4F12C7FDF007}" destId="{1D598658-76F1-4A79-87BB-A94039C41C4D}" srcOrd="0" destOrd="0" presId="urn:microsoft.com/office/officeart/2005/8/layout/pictureOrgChart+Icon"/>
    <dgm:cxn modelId="{CF50B462-FE10-44F2-A2FB-A5014A4BF6F1}" type="presParOf" srcId="{1D598658-76F1-4A79-87BB-A94039C41C4D}" destId="{7D1F7F81-4AB1-4873-98BF-EE50F536133D}" srcOrd="0" destOrd="0" presId="urn:microsoft.com/office/officeart/2005/8/layout/pictureOrgChart+Icon"/>
    <dgm:cxn modelId="{156EB017-479C-423E-BB7F-79254EE47121}" type="presParOf" srcId="{7D1F7F81-4AB1-4873-98BF-EE50F536133D}" destId="{BBD4E99F-B283-4D6C-B95D-93D971346F53}" srcOrd="0" destOrd="0" presId="urn:microsoft.com/office/officeart/2005/8/layout/pictureOrgChart+Icon"/>
    <dgm:cxn modelId="{64330D0F-456E-4D18-8512-7BBEC0A5C844}" type="presParOf" srcId="{7D1F7F81-4AB1-4873-98BF-EE50F536133D}" destId="{755A54EC-672B-485C-AC6C-5B3D6BB63B8D}" srcOrd="1" destOrd="0" presId="urn:microsoft.com/office/officeart/2005/8/layout/pictureOrgChart+Icon"/>
    <dgm:cxn modelId="{FA83520D-7512-4A97-824B-8A8962D8C3F7}" type="presParOf" srcId="{7D1F7F81-4AB1-4873-98BF-EE50F536133D}" destId="{0FACAB50-7111-4129-B0CF-D7320CE292A7}" srcOrd="2" destOrd="0" presId="urn:microsoft.com/office/officeart/2005/8/layout/pictureOrgChart+Icon"/>
    <dgm:cxn modelId="{9B5AD38D-22F6-4762-939D-FC723DD1B934}" type="presParOf" srcId="{1D598658-76F1-4A79-87BB-A94039C41C4D}" destId="{24C0416F-D405-439D-B86C-F22655F93293}" srcOrd="1" destOrd="0" presId="urn:microsoft.com/office/officeart/2005/8/layout/pictureOrgChart+Icon"/>
    <dgm:cxn modelId="{15B0B40D-469B-4024-A0AD-BA2DF4A0473F}" type="presParOf" srcId="{24C0416F-D405-439D-B86C-F22655F93293}" destId="{0EB87255-D411-4D87-BFF0-1258E9B3FA8D}" srcOrd="0" destOrd="0" presId="urn:microsoft.com/office/officeart/2005/8/layout/pictureOrgChart+Icon"/>
    <dgm:cxn modelId="{DD44E046-8D3D-4F68-BBB2-CC636CAE7469}" type="presParOf" srcId="{24C0416F-D405-439D-B86C-F22655F93293}" destId="{4C38A8AA-C540-486C-84E9-BF83ADFF163F}" srcOrd="1" destOrd="0" presId="urn:microsoft.com/office/officeart/2005/8/layout/pictureOrgChart+Icon"/>
    <dgm:cxn modelId="{B3B0BD63-8B1B-4423-9BB3-5E3758CA8D59}" type="presParOf" srcId="{4C38A8AA-C540-486C-84E9-BF83ADFF163F}" destId="{90D55A48-0714-43DB-97A6-ABFBB050F06E}" srcOrd="0" destOrd="0" presId="urn:microsoft.com/office/officeart/2005/8/layout/pictureOrgChart+Icon"/>
    <dgm:cxn modelId="{04358A29-6111-4887-96B6-29326102A23B}" type="presParOf" srcId="{90D55A48-0714-43DB-97A6-ABFBB050F06E}" destId="{C48B81B1-2B0A-48BD-9BB9-96893D4B30A6}" srcOrd="0" destOrd="0" presId="urn:microsoft.com/office/officeart/2005/8/layout/pictureOrgChart+Icon"/>
    <dgm:cxn modelId="{96380F69-7A12-48E7-8447-BF0B6F246B3B}" type="presParOf" srcId="{90D55A48-0714-43DB-97A6-ABFBB050F06E}" destId="{AE1427CF-FD04-4F0F-9F37-C90BA01FE6CB}" srcOrd="1" destOrd="0" presId="urn:microsoft.com/office/officeart/2005/8/layout/pictureOrgChart+Icon"/>
    <dgm:cxn modelId="{433C1FAD-47B4-4BDC-AAEB-F9485560F4D9}" type="presParOf" srcId="{90D55A48-0714-43DB-97A6-ABFBB050F06E}" destId="{E0CE4E65-9A9E-4795-84DF-17376CDE5F96}" srcOrd="2" destOrd="0" presId="urn:microsoft.com/office/officeart/2005/8/layout/pictureOrgChart+Icon"/>
    <dgm:cxn modelId="{FEC97454-D3D2-4FA5-AEE7-A7C66CB40ACE}" type="presParOf" srcId="{4C38A8AA-C540-486C-84E9-BF83ADFF163F}" destId="{1B5D3B1D-4CC0-4852-9F54-F97D6E394127}" srcOrd="1" destOrd="0" presId="urn:microsoft.com/office/officeart/2005/8/layout/pictureOrgChart+Icon"/>
    <dgm:cxn modelId="{CC6150A1-9F57-4E5E-8083-295959D2D5D7}" type="presParOf" srcId="{4C38A8AA-C540-486C-84E9-BF83ADFF163F}" destId="{4DCDC95F-0A1A-4ABE-8A4A-695C616762A4}" srcOrd="2" destOrd="0" presId="urn:microsoft.com/office/officeart/2005/8/layout/pictureOrgChart+Icon"/>
    <dgm:cxn modelId="{C8E8A864-16A0-4045-BCC8-C5B2CD60EF22}" type="presParOf" srcId="{24C0416F-D405-439D-B86C-F22655F93293}" destId="{C360072E-1264-49E7-9E53-C2368F5177B7}" srcOrd="2" destOrd="0" presId="urn:microsoft.com/office/officeart/2005/8/layout/pictureOrgChart+Icon"/>
    <dgm:cxn modelId="{B0643057-F6AB-4749-9619-8F54E93F7809}" type="presParOf" srcId="{24C0416F-D405-439D-B86C-F22655F93293}" destId="{F431D424-5961-4AC2-8CF5-C80EBF1E6046}" srcOrd="3" destOrd="0" presId="urn:microsoft.com/office/officeart/2005/8/layout/pictureOrgChart+Icon"/>
    <dgm:cxn modelId="{ACDBCB07-EB43-46C3-A103-A8FE4E661A53}" type="presParOf" srcId="{F431D424-5961-4AC2-8CF5-C80EBF1E6046}" destId="{E5F8411B-6326-45C9-A2A5-1D2E1E61F031}" srcOrd="0" destOrd="0" presId="urn:microsoft.com/office/officeart/2005/8/layout/pictureOrgChart+Icon"/>
    <dgm:cxn modelId="{3B9DAF9F-0F76-49F3-A13C-94FC3748381F}" type="presParOf" srcId="{E5F8411B-6326-45C9-A2A5-1D2E1E61F031}" destId="{973CF02B-7DA2-4C57-A909-6D288E0664C4}" srcOrd="0" destOrd="0" presId="urn:microsoft.com/office/officeart/2005/8/layout/pictureOrgChart+Icon"/>
    <dgm:cxn modelId="{68BC60C2-2CB2-4601-9A07-570CE34E60FC}" type="presParOf" srcId="{E5F8411B-6326-45C9-A2A5-1D2E1E61F031}" destId="{5BC0E33C-DE9C-46C1-A649-F07DA9385B58}" srcOrd="1" destOrd="0" presId="urn:microsoft.com/office/officeart/2005/8/layout/pictureOrgChart+Icon"/>
    <dgm:cxn modelId="{143034A7-4949-457F-8FDF-2D6C50D203A4}" type="presParOf" srcId="{E5F8411B-6326-45C9-A2A5-1D2E1E61F031}" destId="{E9043FE2-9794-4BAF-B44B-FB3BD3D30CA9}" srcOrd="2" destOrd="0" presId="urn:microsoft.com/office/officeart/2005/8/layout/pictureOrgChart+Icon"/>
    <dgm:cxn modelId="{863A7951-62D8-477C-AC16-CB35E7071607}" type="presParOf" srcId="{F431D424-5961-4AC2-8CF5-C80EBF1E6046}" destId="{DC75CBB9-57F2-4CB9-A3F0-8A0D2179B7AE}" srcOrd="1" destOrd="0" presId="urn:microsoft.com/office/officeart/2005/8/layout/pictureOrgChart+Icon"/>
    <dgm:cxn modelId="{44631D46-F4EF-44E2-A1F2-F6AD402E0C52}" type="presParOf" srcId="{F431D424-5961-4AC2-8CF5-C80EBF1E6046}" destId="{969B5DA4-C580-4AF7-AF28-DA9B4039BF32}" srcOrd="2" destOrd="0" presId="urn:microsoft.com/office/officeart/2005/8/layout/pictureOrgChart+Icon"/>
    <dgm:cxn modelId="{2AF1390B-750E-4483-A67C-54F22A1778DB}" type="presParOf" srcId="{24C0416F-D405-439D-B86C-F22655F93293}" destId="{4F2FD82B-34B5-4CF0-AF5F-44184818B988}" srcOrd="4" destOrd="0" presId="urn:microsoft.com/office/officeart/2005/8/layout/pictureOrgChart+Icon"/>
    <dgm:cxn modelId="{1789F3D7-9A8D-43A1-8C49-AB93E720AD81}" type="presParOf" srcId="{24C0416F-D405-439D-B86C-F22655F93293}" destId="{DEFCAF7C-901A-478D-A133-2CD9CAF7D3F1}" srcOrd="5" destOrd="0" presId="urn:microsoft.com/office/officeart/2005/8/layout/pictureOrgChart+Icon"/>
    <dgm:cxn modelId="{7D61EE74-C635-4B94-8830-C1F3BE07FF8A}" type="presParOf" srcId="{DEFCAF7C-901A-478D-A133-2CD9CAF7D3F1}" destId="{87EA0C5A-69C7-460A-9E99-E08780D9658E}" srcOrd="0" destOrd="0" presId="urn:microsoft.com/office/officeart/2005/8/layout/pictureOrgChart+Icon"/>
    <dgm:cxn modelId="{431ECCDE-3880-44C1-98CE-09D1D9CD4EC6}" type="presParOf" srcId="{87EA0C5A-69C7-460A-9E99-E08780D9658E}" destId="{29EEF996-03EB-4EF1-B85C-0F65E9CCC959}" srcOrd="0" destOrd="0" presId="urn:microsoft.com/office/officeart/2005/8/layout/pictureOrgChart+Icon"/>
    <dgm:cxn modelId="{72213245-B780-497D-8C16-2972E8C515B3}" type="presParOf" srcId="{87EA0C5A-69C7-460A-9E99-E08780D9658E}" destId="{DC3BBAD4-7803-4E4F-8429-1A37582FAB5A}" srcOrd="1" destOrd="0" presId="urn:microsoft.com/office/officeart/2005/8/layout/pictureOrgChart+Icon"/>
    <dgm:cxn modelId="{EC140FBA-B3AF-4C43-BE67-67652FA1558A}" type="presParOf" srcId="{87EA0C5A-69C7-460A-9E99-E08780D9658E}" destId="{DD4B7539-D522-42AE-9EEE-0B0BCC81E069}" srcOrd="2" destOrd="0" presId="urn:microsoft.com/office/officeart/2005/8/layout/pictureOrgChart+Icon"/>
    <dgm:cxn modelId="{93C53ABE-0472-4D2E-BA94-56E4AD1A434A}" type="presParOf" srcId="{DEFCAF7C-901A-478D-A133-2CD9CAF7D3F1}" destId="{5DF1F6F3-C747-404C-B295-6D8D3B2A4B22}" srcOrd="1" destOrd="0" presId="urn:microsoft.com/office/officeart/2005/8/layout/pictureOrgChart+Icon"/>
    <dgm:cxn modelId="{32EE6BC6-3CCA-4113-971D-54333F06FA92}" type="presParOf" srcId="{DEFCAF7C-901A-478D-A133-2CD9CAF7D3F1}" destId="{07C00C23-9863-42AC-ACCE-FF2D3960122A}" srcOrd="2" destOrd="0" presId="urn:microsoft.com/office/officeart/2005/8/layout/pictureOrgChart+Icon"/>
    <dgm:cxn modelId="{39CB5B9C-6F86-44D0-884B-346DCC3A2468}" type="presParOf" srcId="{1D598658-76F1-4A79-87BB-A94039C41C4D}" destId="{CB78F1DA-52A0-434D-83DC-A64BEB703EA1}" srcOrd="2" destOrd="0" presId="urn:microsoft.com/office/officeart/2005/8/layout/pictureOrgChart+Icon"/>
    <dgm:cxn modelId="{AB618DFA-771A-40EF-971A-3483AADBA4A8}" type="presParOf" srcId="{CB78F1DA-52A0-434D-83DC-A64BEB703EA1}" destId="{D4C308A3-7F2A-4A22-B71B-3209654FDA5A}" srcOrd="0" destOrd="0" presId="urn:microsoft.com/office/officeart/2005/8/layout/pictureOrgChart+Icon"/>
    <dgm:cxn modelId="{3FDF9226-53FA-47C3-8887-C7838BF57005}" type="presParOf" srcId="{CB78F1DA-52A0-434D-83DC-A64BEB703EA1}" destId="{B05B0D7E-03A9-41EA-9E3F-0A6C8E145E0C}" srcOrd="1" destOrd="0" presId="urn:microsoft.com/office/officeart/2005/8/layout/pictureOrgChart+Icon"/>
    <dgm:cxn modelId="{54B957F5-7820-422C-BB70-00AC05B4E809}" type="presParOf" srcId="{B05B0D7E-03A9-41EA-9E3F-0A6C8E145E0C}" destId="{AB719835-B00F-4797-80D6-D59A2018856C}" srcOrd="0" destOrd="0" presId="urn:microsoft.com/office/officeart/2005/8/layout/pictureOrgChart+Icon"/>
    <dgm:cxn modelId="{DE291E00-9143-468D-985A-64B66CBC5367}" type="presParOf" srcId="{AB719835-B00F-4797-80D6-D59A2018856C}" destId="{593540F3-9F1F-437B-A645-11F6643F8604}" srcOrd="0" destOrd="0" presId="urn:microsoft.com/office/officeart/2005/8/layout/pictureOrgChart+Icon"/>
    <dgm:cxn modelId="{432B511E-B8C4-483D-A933-31FBCD7BD04C}" type="presParOf" srcId="{AB719835-B00F-4797-80D6-D59A2018856C}" destId="{48C38AD2-3D34-4911-B1E9-DB525D617E19}" srcOrd="1" destOrd="0" presId="urn:microsoft.com/office/officeart/2005/8/layout/pictureOrgChart+Icon"/>
    <dgm:cxn modelId="{11A32A51-3DEC-450C-A29B-9C5A73D2E15F}" type="presParOf" srcId="{AB719835-B00F-4797-80D6-D59A2018856C}" destId="{44A5327C-EA10-4533-8C96-811A90BFBFE5}" srcOrd="2" destOrd="0" presId="urn:microsoft.com/office/officeart/2005/8/layout/pictureOrgChart+Icon"/>
    <dgm:cxn modelId="{7AE1777C-ED65-4E26-9F03-6D43F3C0342F}" type="presParOf" srcId="{B05B0D7E-03A9-41EA-9E3F-0A6C8E145E0C}" destId="{B9FA608C-3AAB-4BB5-B041-35BC8BA21642}" srcOrd="1" destOrd="0" presId="urn:microsoft.com/office/officeart/2005/8/layout/pictureOrgChart+Icon"/>
    <dgm:cxn modelId="{450E8E41-D97D-4245-AB93-E222DF2CA6AA}" type="presParOf" srcId="{B05B0D7E-03A9-41EA-9E3F-0A6C8E145E0C}" destId="{FBEE1B21-47A3-4631-B998-51CC8C7E718C}" srcOrd="2" destOrd="0" presId="urn:microsoft.com/office/officeart/2005/8/layout/pictureOrgChar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C308A3-7F2A-4A22-B71B-3209654FDA5A}">
      <dsp:nvSpPr>
        <dsp:cNvPr id="0" name=""/>
        <dsp:cNvSpPr/>
      </dsp:nvSpPr>
      <dsp:spPr>
        <a:xfrm>
          <a:off x="5503862" y="1369501"/>
          <a:ext cx="231784" cy="12262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6297"/>
              </a:lnTo>
              <a:lnTo>
                <a:pt x="231784" y="1226297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2FD82B-34B5-4CF0-AF5F-44184818B988}">
      <dsp:nvSpPr>
        <dsp:cNvPr id="0" name=""/>
        <dsp:cNvSpPr/>
      </dsp:nvSpPr>
      <dsp:spPr>
        <a:xfrm>
          <a:off x="5503862" y="1369501"/>
          <a:ext cx="3312764" cy="2518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1325"/>
              </a:lnTo>
              <a:lnTo>
                <a:pt x="3312764" y="2231325"/>
              </a:lnTo>
              <a:lnTo>
                <a:pt x="3312764" y="2518796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60072E-1264-49E7-9E53-C2368F5177B7}">
      <dsp:nvSpPr>
        <dsp:cNvPr id="0" name=""/>
        <dsp:cNvSpPr/>
      </dsp:nvSpPr>
      <dsp:spPr>
        <a:xfrm>
          <a:off x="5458142" y="1369501"/>
          <a:ext cx="91440" cy="25187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18796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B87255-D411-4D87-BFF0-1258E9B3FA8D}">
      <dsp:nvSpPr>
        <dsp:cNvPr id="0" name=""/>
        <dsp:cNvSpPr/>
      </dsp:nvSpPr>
      <dsp:spPr>
        <a:xfrm>
          <a:off x="2191097" y="1369501"/>
          <a:ext cx="3312764" cy="2518796"/>
        </a:xfrm>
        <a:custGeom>
          <a:avLst/>
          <a:gdLst/>
          <a:ahLst/>
          <a:cxnLst/>
          <a:rect l="0" t="0" r="0" b="0"/>
          <a:pathLst>
            <a:path>
              <a:moveTo>
                <a:pt x="3312764" y="0"/>
              </a:moveTo>
              <a:lnTo>
                <a:pt x="3312764" y="2231325"/>
              </a:lnTo>
              <a:lnTo>
                <a:pt x="0" y="2231325"/>
              </a:lnTo>
              <a:lnTo>
                <a:pt x="0" y="2518796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D4E99F-B283-4D6C-B95D-93D971346F53}">
      <dsp:nvSpPr>
        <dsp:cNvPr id="0" name=""/>
        <dsp:cNvSpPr/>
      </dsp:nvSpPr>
      <dsp:spPr>
        <a:xfrm>
          <a:off x="4134951" y="590"/>
          <a:ext cx="2737822" cy="1368911"/>
        </a:xfrm>
        <a:prstGeom prst="rect">
          <a:avLst/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4135" tIns="10160" rIns="10160" bIns="101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Ciprian</a:t>
          </a:r>
          <a:r>
            <a:rPr lang="en-US" sz="1600" kern="1200" baseline="0" dirty="0"/>
            <a:t> COVACI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baseline="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- Coordination;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- Support;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- Review.</a:t>
          </a:r>
          <a:endParaRPr lang="en-US" sz="1600" kern="1200" baseline="0" dirty="0"/>
        </a:p>
      </dsp:txBody>
      <dsp:txXfrm>
        <a:off x="4134951" y="590"/>
        <a:ext cx="2737822" cy="1368911"/>
      </dsp:txXfrm>
    </dsp:sp>
    <dsp:sp modelId="{755A54EC-672B-485C-AC6C-5B3D6BB63B8D}">
      <dsp:nvSpPr>
        <dsp:cNvPr id="0" name=""/>
        <dsp:cNvSpPr/>
      </dsp:nvSpPr>
      <dsp:spPr>
        <a:xfrm>
          <a:off x="4271842" y="137481"/>
          <a:ext cx="821346" cy="10951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48B81B1-2B0A-48BD-9BB9-96893D4B30A6}">
      <dsp:nvSpPr>
        <dsp:cNvPr id="0" name=""/>
        <dsp:cNvSpPr/>
      </dsp:nvSpPr>
      <dsp:spPr>
        <a:xfrm>
          <a:off x="822186" y="3888298"/>
          <a:ext cx="2737822" cy="1368911"/>
        </a:xfrm>
        <a:prstGeom prst="rect">
          <a:avLst/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4135" tIns="10160" rIns="10160" bIns="101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Romulus </a:t>
          </a:r>
          <a:r>
            <a:rPr lang="en-US" sz="1600" b="0" kern="1200" dirty="0"/>
            <a:t>BIȚĂ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Development;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Testing;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Documentation.</a:t>
          </a:r>
        </a:p>
      </dsp:txBody>
      <dsp:txXfrm>
        <a:off x="822186" y="3888298"/>
        <a:ext cx="2737822" cy="1368911"/>
      </dsp:txXfrm>
    </dsp:sp>
    <dsp:sp modelId="{AE1427CF-FD04-4F0F-9F37-C90BA01FE6CB}">
      <dsp:nvSpPr>
        <dsp:cNvPr id="0" name=""/>
        <dsp:cNvSpPr/>
      </dsp:nvSpPr>
      <dsp:spPr>
        <a:xfrm>
          <a:off x="959077" y="4025189"/>
          <a:ext cx="821346" cy="1095128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7000" r="-47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73CF02B-7DA2-4C57-A909-6D288E0664C4}">
      <dsp:nvSpPr>
        <dsp:cNvPr id="0" name=""/>
        <dsp:cNvSpPr/>
      </dsp:nvSpPr>
      <dsp:spPr>
        <a:xfrm>
          <a:off x="4134951" y="3888298"/>
          <a:ext cx="2737822" cy="1368911"/>
        </a:xfrm>
        <a:prstGeom prst="rect">
          <a:avLst/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4135" tIns="10160" rIns="10160" bIns="101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Grigore ANGHELOIU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Development;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Testing;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Documentation.</a:t>
          </a:r>
        </a:p>
      </dsp:txBody>
      <dsp:txXfrm>
        <a:off x="4134951" y="3888298"/>
        <a:ext cx="2737822" cy="1368911"/>
      </dsp:txXfrm>
    </dsp:sp>
    <dsp:sp modelId="{5BC0E33C-DE9C-46C1-A649-F07DA9385B58}">
      <dsp:nvSpPr>
        <dsp:cNvPr id="0" name=""/>
        <dsp:cNvSpPr/>
      </dsp:nvSpPr>
      <dsp:spPr>
        <a:xfrm>
          <a:off x="4271842" y="4025189"/>
          <a:ext cx="821346" cy="10951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9EEF996-03EB-4EF1-B85C-0F65E9CCC959}">
      <dsp:nvSpPr>
        <dsp:cNvPr id="0" name=""/>
        <dsp:cNvSpPr/>
      </dsp:nvSpPr>
      <dsp:spPr>
        <a:xfrm>
          <a:off x="7447716" y="3888298"/>
          <a:ext cx="2737822" cy="1368911"/>
        </a:xfrm>
        <a:prstGeom prst="rect">
          <a:avLst/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4135" tIns="10160" rIns="10160" bIns="101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Cristian JURESCU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Development;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Testing;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Documentation.</a:t>
          </a:r>
        </a:p>
      </dsp:txBody>
      <dsp:txXfrm>
        <a:off x="7447716" y="3888298"/>
        <a:ext cx="2737822" cy="1368911"/>
      </dsp:txXfrm>
    </dsp:sp>
    <dsp:sp modelId="{DC3BBAD4-7803-4E4F-8429-1A37582FAB5A}">
      <dsp:nvSpPr>
        <dsp:cNvPr id="0" name=""/>
        <dsp:cNvSpPr/>
      </dsp:nvSpPr>
      <dsp:spPr>
        <a:xfrm>
          <a:off x="7584607" y="4025189"/>
          <a:ext cx="821346" cy="1095128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93540F3-9F1F-437B-A645-11F6643F8604}">
      <dsp:nvSpPr>
        <dsp:cNvPr id="0" name=""/>
        <dsp:cNvSpPr/>
      </dsp:nvSpPr>
      <dsp:spPr>
        <a:xfrm>
          <a:off x="5735646" y="1911344"/>
          <a:ext cx="2737822" cy="1368911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4135" tIns="10160" rIns="10160" bIns="101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Sebastian NICOARĂ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Configuration;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Development.</a:t>
          </a:r>
        </a:p>
      </dsp:txBody>
      <dsp:txXfrm>
        <a:off x="5735646" y="1911344"/>
        <a:ext cx="2737822" cy="1368911"/>
      </dsp:txXfrm>
    </dsp:sp>
    <dsp:sp modelId="{48C38AD2-3D34-4911-B1E9-DB525D617E19}">
      <dsp:nvSpPr>
        <dsp:cNvPr id="0" name=""/>
        <dsp:cNvSpPr/>
      </dsp:nvSpPr>
      <dsp:spPr>
        <a:xfrm>
          <a:off x="5828691" y="2063747"/>
          <a:ext cx="821346" cy="10951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ictureOrgChart+Icon">
  <dgm:title val="Picture Organization Chart"/>
  <dgm:desc val="Use to show hierarchical information or reporting relationships in an organization, with corresponding pictures. The assistant shape and the Org Chart hanging layouts are available with this layout."/>
  <dgm:catLst>
    <dgm:cat type="hierarchy" pri="1050"/>
    <dgm:cat type="officeonline" pri="1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Pict1" styleLbl="alignImgPlace1">
              <dgm:alg type="sp"/>
              <dgm:shape xmlns:r="http://schemas.openxmlformats.org/officeDocument/2006/relationships" type="rect" r:blip="" blipPhldr="1">
                <dgm:adjLst/>
              </dgm:shape>
              <dgm:presOf/>
              <dgm:constrLst/>
              <dgm:ruleLst/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3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5618E-DC87-3A45-9876-1C43F767F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08994-B797-684B-8783-5F9DC4AC0A4E}" type="datetimeFigureOut">
              <a:rPr kumimoji="1" lang="ja-JP" altLang="en-US" smtClean="0"/>
              <a:t>2019/2/15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006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2019/2/15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kumimoji="1"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kumimoji="1"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kumimoji="1"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kumimoji="1"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kumimoji="1"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kumimoji="1"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kumimoji="1"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kumimoji="1"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kumimoji="1"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9AAED7-EB68-B44B-A29A-E9CFE7A1147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4521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lde A (White Logoty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76" r="9376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4" name="正方形/長方形 13"/>
          <p:cNvSpPr/>
          <p:nvPr userDrawn="1"/>
        </p:nvSpPr>
        <p:spPr>
          <a:xfrm>
            <a:off x="1" y="4714044"/>
            <a:ext cx="12192000" cy="21547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15" b="0" i="0" dirty="0">
              <a:latin typeface="HGPGothicE" charset="-128"/>
              <a:ea typeface="HGPGothicE" charset="-128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2717008" y="4869160"/>
            <a:ext cx="7304052" cy="997200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 marL="0" indent="0" fontAlgn="ctr">
              <a:spcBef>
                <a:spcPts val="0"/>
              </a:spcBef>
              <a:buNone/>
              <a:defRPr sz="2462" b="0" i="0" baseline="0">
                <a:solidFill>
                  <a:srgbClr val="FFFFFF"/>
                </a:solidFill>
                <a:latin typeface="+mj-lt"/>
                <a:ea typeface="HGPGothicE" charset="-128"/>
                <a:cs typeface="HGPGothicE" charset="-128"/>
              </a:defRPr>
            </a:lvl1pPr>
            <a:lvl2pPr marL="750240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2pPr>
            <a:lvl3pPr marL="1500481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3pPr>
            <a:lvl4pPr marL="2250720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4pPr>
            <a:lvl5pPr marL="3000959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5pPr>
            <a:lvl6pPr marL="375119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6pPr>
            <a:lvl7pPr marL="450143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7pPr>
            <a:lvl8pPr marL="525167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8pPr>
            <a:lvl9pPr marL="600191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 dirty="0"/>
              <a:t>[Title]</a:t>
            </a:r>
            <a:endParaRPr lang="ja-JP" altLang="en-US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2717008" y="5938368"/>
            <a:ext cx="7304052" cy="792088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 marL="0" indent="0" fontAlgn="ctr">
              <a:spcBef>
                <a:spcPts val="0"/>
              </a:spcBef>
              <a:buNone/>
              <a:defRPr sz="1969" b="0" i="0" baseline="0">
                <a:solidFill>
                  <a:srgbClr val="FFFFFF"/>
                </a:solidFill>
                <a:latin typeface="+mn-lt"/>
                <a:ea typeface="HGPGothicE" charset="-128"/>
                <a:cs typeface="HGPGothicE" charset="-128"/>
              </a:defRPr>
            </a:lvl1pPr>
            <a:lvl2pPr marL="750240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2pPr>
            <a:lvl3pPr marL="1500481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3pPr>
            <a:lvl4pPr marL="2250720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4pPr>
            <a:lvl5pPr marL="3000959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5pPr>
            <a:lvl6pPr marL="375119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6pPr>
            <a:lvl7pPr marL="450143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7pPr>
            <a:lvl8pPr marL="525167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8pPr>
            <a:lvl9pPr marL="600191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&lt;</a:t>
            </a:r>
            <a:r>
              <a:rPr lang="en-US" altLang="ja-JP"/>
              <a:t>MM/DD/YYYY&gt;</a:t>
            </a:r>
            <a:br>
              <a:rPr lang="en-US" altLang="ja-JP"/>
            </a:br>
            <a:r>
              <a:rPr lang="en-US" altLang="ja-JP"/>
              <a:t>&lt;</a:t>
            </a:r>
            <a:r>
              <a:rPr lang="en-US" altLang="ja-JP" dirty="0"/>
              <a:t>NTT DATA </a:t>
            </a:r>
            <a:r>
              <a:rPr lang="en-US" altLang="ja-JP"/>
              <a:t>Corporation&gt;</a:t>
            </a:r>
            <a:br>
              <a:rPr lang="en-US" altLang="ja-JP"/>
            </a:br>
            <a:r>
              <a:rPr lang="en-US" altLang="ja-JP"/>
              <a:t>&lt;</a:t>
            </a:r>
            <a:r>
              <a:rPr lang="en-US" altLang="ja-JP" dirty="0"/>
              <a:t>XXXXXXXXXXXX&gt;</a:t>
            </a:r>
          </a:p>
        </p:txBody>
      </p:sp>
      <p:sp>
        <p:nvSpPr>
          <p:cNvPr id="25" name="TextBox 12"/>
          <p:cNvSpPr txBox="1"/>
          <p:nvPr userDrawn="1"/>
        </p:nvSpPr>
        <p:spPr>
          <a:xfrm>
            <a:off x="10026668" y="6597352"/>
            <a:ext cx="1979957" cy="1515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© 2019 NTT DATA Corporation</a:t>
            </a:r>
          </a:p>
        </p:txBody>
      </p:sp>
      <p:sp>
        <p:nvSpPr>
          <p:cNvPr id="18" name="TextBox 11"/>
          <p:cNvSpPr txBox="1"/>
          <p:nvPr userDrawn="1"/>
        </p:nvSpPr>
        <p:spPr>
          <a:xfrm>
            <a:off x="3300705" y="1892306"/>
            <a:ext cx="184731" cy="546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954" b="0" i="0" dirty="0">
              <a:latin typeface="HGPGothicE" charset="-128"/>
              <a:ea typeface="HGPGothicE" charset="-128"/>
              <a:cs typeface="+mn-cs"/>
            </a:endParaRPr>
          </a:p>
        </p:txBody>
      </p:sp>
      <p:pic>
        <p:nvPicPr>
          <p:cNvPr id="10" name="図 2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388475"/>
            <a:ext cx="1965425" cy="674980"/>
          </a:xfrm>
          <a:prstGeom prst="rect">
            <a:avLst/>
          </a:prstGeom>
        </p:spPr>
      </p:pic>
      <p:pic>
        <p:nvPicPr>
          <p:cNvPr id="11" name="図 1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202"/>
            <a:ext cx="3575998" cy="643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501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 (Human Blue Logoty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770708"/>
            <a:ext cx="12192001" cy="4156850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 userDrawn="1"/>
        </p:nvSpPr>
        <p:spPr>
          <a:xfrm>
            <a:off x="2681833" y="1892314"/>
            <a:ext cx="184731" cy="491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591" b="0" i="0" dirty="0">
              <a:latin typeface="HGPGothicE" charset="-128"/>
              <a:ea typeface="HGPGothicE" charset="-128"/>
              <a:cs typeface="+mn-cs"/>
            </a:endParaRPr>
          </a:p>
        </p:txBody>
      </p:sp>
      <p:sp>
        <p:nvSpPr>
          <p:cNvPr id="14" name="テキスト プレースホルダー 4"/>
          <p:cNvSpPr txBox="1">
            <a:spLocks/>
          </p:cNvSpPr>
          <p:nvPr userDrawn="1"/>
        </p:nvSpPr>
        <p:spPr>
          <a:xfrm>
            <a:off x="423986" y="216914"/>
            <a:ext cx="1762021" cy="4666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 tIns="58283" bIns="58283" anchor="ctr">
            <a:spAutoFit/>
          </a:bodyPr>
          <a:lstStyle>
            <a:lvl1pPr marL="0" indent="0" algn="l" defTabSz="432000" rtl="0" eaLnBrk="0" fontAlgn="base" hangingPunct="0">
              <a:lnSpc>
                <a:spcPct val="100000"/>
              </a:lnSpc>
              <a:spcBef>
                <a:spcPts val="120"/>
              </a:spcBef>
              <a:spcAft>
                <a:spcPct val="0"/>
              </a:spcAft>
              <a:buFont typeface="+mj-lt"/>
              <a:buNone/>
              <a:defRPr kumimoji="1" sz="700" kern="1200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1pPr>
            <a:lvl2pPr marL="910099" indent="-300543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454042" indent="-234933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2059363" indent="-230701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666800" indent="-228584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ja-JP" sz="756" dirty="0">
                <a:solidFill>
                  <a:schemeClr val="tx1"/>
                </a:solidFill>
                <a:latin typeface="+mn-lt"/>
              </a:rPr>
              <a:t>Information Type</a:t>
            </a:r>
            <a:r>
              <a:rPr lang="ja-JP" altLang="en-US" sz="756" dirty="0">
                <a:solidFill>
                  <a:schemeClr val="tx1"/>
                </a:solidFill>
                <a:latin typeface="+mn-lt"/>
              </a:rPr>
              <a:t>： ○○○○○○○</a:t>
            </a:r>
            <a:br>
              <a:rPr lang="en-US" altLang="ja-JP" sz="756" dirty="0">
                <a:solidFill>
                  <a:schemeClr val="tx1"/>
                </a:solidFill>
                <a:latin typeface="+mn-lt"/>
              </a:rPr>
            </a:br>
            <a:r>
              <a:rPr lang="en-US" altLang="ja-JP" sz="756" dirty="0">
                <a:solidFill>
                  <a:schemeClr val="tx1"/>
                </a:solidFill>
                <a:latin typeface="+mn-lt"/>
              </a:rPr>
              <a:t>Company Name</a:t>
            </a:r>
            <a:r>
              <a:rPr lang="ja-JP" altLang="en-US" sz="756" dirty="0">
                <a:solidFill>
                  <a:schemeClr val="tx1"/>
                </a:solidFill>
                <a:latin typeface="+mn-lt"/>
              </a:rPr>
              <a:t> ： ○○○○○○</a:t>
            </a:r>
            <a:br>
              <a:rPr lang="en-US" altLang="ja-JP" sz="756" dirty="0">
                <a:solidFill>
                  <a:schemeClr val="tx1"/>
                </a:solidFill>
                <a:latin typeface="+mn-lt"/>
              </a:rPr>
            </a:br>
            <a:r>
              <a:rPr lang="en-US" altLang="ja-JP" sz="756" dirty="0">
                <a:solidFill>
                  <a:schemeClr val="tx1"/>
                </a:solidFill>
                <a:latin typeface="+mn-lt"/>
              </a:rPr>
              <a:t>Information Owner</a:t>
            </a:r>
            <a:r>
              <a:rPr lang="ja-JP" altLang="en-US" sz="756" dirty="0">
                <a:solidFill>
                  <a:schemeClr val="tx1"/>
                </a:solidFill>
                <a:latin typeface="+mn-lt"/>
              </a:rPr>
              <a:t> ： ○○○○○○○</a:t>
            </a:r>
          </a:p>
        </p:txBody>
      </p:sp>
      <p:sp>
        <p:nvSpPr>
          <p:cNvPr id="16" name="Text Placeholder 1"/>
          <p:cNvSpPr txBox="1">
            <a:spLocks/>
          </p:cNvSpPr>
          <p:nvPr userDrawn="1"/>
        </p:nvSpPr>
        <p:spPr>
          <a:xfrm>
            <a:off x="446975" y="736429"/>
            <a:ext cx="1620941" cy="424603"/>
          </a:xfrm>
          <a:prstGeom prst="rect">
            <a:avLst/>
          </a:prstGeom>
          <a:effectLst/>
        </p:spPr>
        <p:txBody>
          <a:bodyPr wrap="none" lIns="0" rIns="97140" anchor="t">
            <a:spAutoFit/>
          </a:bodyPr>
          <a:lstStyle>
            <a:lvl1pPr marL="0" indent="0" algn="l" defTabSz="609555" rtl="0" eaLnBrk="1" fontAlgn="base" hangingPunct="1"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1" sz="1400" b="0" i="0" kern="1200" baseline="0">
                <a:solidFill>
                  <a:schemeClr val="bg1"/>
                </a:solidFill>
                <a:latin typeface="HGPGothicE" charset="-128"/>
                <a:ea typeface="HGPGothicE" charset="-128"/>
                <a:cs typeface="HGPGothicE" charset="-128"/>
              </a:defRPr>
            </a:lvl1pPr>
            <a:lvl2pPr marL="609555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400" kern="1200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2pPr>
            <a:lvl3pPr marL="1219110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400" kern="1200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3pPr>
            <a:lvl4pPr marL="1828664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438218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047772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327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880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435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159" dirty="0">
                <a:solidFill>
                  <a:schemeClr val="tx1"/>
                </a:solidFill>
                <a:latin typeface="+mn-lt"/>
              </a:rPr>
              <a:t>Client Name</a:t>
            </a: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" y="4714044"/>
            <a:ext cx="12192000" cy="21547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15" b="0" i="0" dirty="0">
              <a:latin typeface="HGPGothicE" charset="-128"/>
              <a:ea typeface="HGPGothicE" charset="-128"/>
            </a:endParaRPr>
          </a:p>
        </p:txBody>
      </p:sp>
      <p:sp>
        <p:nvSpPr>
          <p:cNvPr id="27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2717008" y="4869160"/>
            <a:ext cx="7304052" cy="997200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 marL="0" indent="0" fontAlgn="ctr">
              <a:spcBef>
                <a:spcPts val="0"/>
              </a:spcBef>
              <a:buNone/>
              <a:defRPr sz="2462" b="0" i="0" baseline="0">
                <a:solidFill>
                  <a:srgbClr val="FFFFFF"/>
                </a:solidFill>
                <a:latin typeface="+mj-lt"/>
                <a:ea typeface="HGPGothicE" charset="-128"/>
                <a:cs typeface="HGPGothicE" charset="-128"/>
              </a:defRPr>
            </a:lvl1pPr>
            <a:lvl2pPr marL="750240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2pPr>
            <a:lvl3pPr marL="1500481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3pPr>
            <a:lvl4pPr marL="2250720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4pPr>
            <a:lvl5pPr marL="3000959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5pPr>
            <a:lvl6pPr marL="375119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6pPr>
            <a:lvl7pPr marL="450143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7pPr>
            <a:lvl8pPr marL="525167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8pPr>
            <a:lvl9pPr marL="600191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 dirty="0"/>
              <a:t>[Title]</a:t>
            </a:r>
            <a:endParaRPr lang="ja-JP" altLang="en-US" dirty="0"/>
          </a:p>
        </p:txBody>
      </p:sp>
      <p:sp>
        <p:nvSpPr>
          <p:cNvPr id="28" name="TextBox 12"/>
          <p:cNvSpPr txBox="1"/>
          <p:nvPr userDrawn="1"/>
        </p:nvSpPr>
        <p:spPr>
          <a:xfrm>
            <a:off x="10026668" y="6597352"/>
            <a:ext cx="1979957" cy="1515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© 2019</a:t>
            </a:r>
            <a:r>
              <a:rPr kumimoji="0" lang="en-US" altLang="ja-JP" sz="985" b="0" i="0" baseline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 </a:t>
            </a: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NTT DATA Corporation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2717008" y="5938368"/>
            <a:ext cx="7304052" cy="792088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 marL="0" indent="0" fontAlgn="ctr">
              <a:spcBef>
                <a:spcPts val="0"/>
              </a:spcBef>
              <a:buNone/>
              <a:defRPr sz="1969" b="0" i="0" baseline="0">
                <a:solidFill>
                  <a:srgbClr val="FFFFFF"/>
                </a:solidFill>
                <a:latin typeface="+mn-lt"/>
                <a:ea typeface="HGPGothicE" charset="-128"/>
                <a:cs typeface="HGPGothicE" charset="-128"/>
              </a:defRPr>
            </a:lvl1pPr>
            <a:lvl2pPr marL="750240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2pPr>
            <a:lvl3pPr marL="1500481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3pPr>
            <a:lvl4pPr marL="2250720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4pPr>
            <a:lvl5pPr marL="3000959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5pPr>
            <a:lvl6pPr marL="375119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6pPr>
            <a:lvl7pPr marL="450143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7pPr>
            <a:lvl8pPr marL="525167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8pPr>
            <a:lvl9pPr marL="600191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&lt;</a:t>
            </a:r>
            <a:r>
              <a:rPr lang="en-US" altLang="ja-JP"/>
              <a:t>MM/DD/YYYY&gt;</a:t>
            </a:r>
            <a:br>
              <a:rPr lang="en-US" altLang="ja-JP"/>
            </a:br>
            <a:r>
              <a:rPr lang="en-US" altLang="ja-JP"/>
              <a:t>&lt;</a:t>
            </a:r>
            <a:r>
              <a:rPr lang="en-US" altLang="ja-JP" dirty="0"/>
              <a:t>NTT DATA </a:t>
            </a:r>
            <a:r>
              <a:rPr lang="en-US" altLang="ja-JP"/>
              <a:t>Corporation&gt;</a:t>
            </a:r>
            <a:br>
              <a:rPr lang="en-US" altLang="ja-JP"/>
            </a:br>
            <a:r>
              <a:rPr lang="en-US" altLang="ja-JP"/>
              <a:t>&lt;</a:t>
            </a:r>
            <a:r>
              <a:rPr lang="en-US" altLang="ja-JP" dirty="0"/>
              <a:t>XXXXXXXXXXXX&gt;</a:t>
            </a:r>
          </a:p>
        </p:txBody>
      </p:sp>
      <p:pic>
        <p:nvPicPr>
          <p:cNvPr id="13" name="図 2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202"/>
            <a:ext cx="3575998" cy="6436801"/>
          </a:xfrm>
          <a:prstGeom prst="rect">
            <a:avLst/>
          </a:prstGeom>
        </p:spPr>
      </p:pic>
      <p:pic>
        <p:nvPicPr>
          <p:cNvPr id="15" name="図 2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668" y="429410"/>
            <a:ext cx="1710608" cy="58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1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 (No Image Visu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1"/>
          <p:cNvSpPr txBox="1"/>
          <p:nvPr userDrawn="1"/>
        </p:nvSpPr>
        <p:spPr>
          <a:xfrm>
            <a:off x="2681833" y="1892314"/>
            <a:ext cx="184731" cy="491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591" b="0" i="0" dirty="0">
              <a:latin typeface="HGPGothicE" charset="-128"/>
              <a:ea typeface="HGPGothicE" charset="-128"/>
              <a:cs typeface="+mn-cs"/>
            </a:endParaRPr>
          </a:p>
        </p:txBody>
      </p:sp>
      <p:sp>
        <p:nvSpPr>
          <p:cNvPr id="21" name="テキスト プレースホルダー 4"/>
          <p:cNvSpPr txBox="1">
            <a:spLocks/>
          </p:cNvSpPr>
          <p:nvPr userDrawn="1"/>
        </p:nvSpPr>
        <p:spPr>
          <a:xfrm>
            <a:off x="423986" y="216914"/>
            <a:ext cx="1762021" cy="4666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 tIns="58283" bIns="58283" anchor="ctr">
            <a:spAutoFit/>
          </a:bodyPr>
          <a:lstStyle>
            <a:lvl1pPr marL="0" indent="0" algn="l" defTabSz="432000" rtl="0" eaLnBrk="0" fontAlgn="base" hangingPunct="0">
              <a:lnSpc>
                <a:spcPct val="100000"/>
              </a:lnSpc>
              <a:spcBef>
                <a:spcPts val="120"/>
              </a:spcBef>
              <a:spcAft>
                <a:spcPct val="0"/>
              </a:spcAft>
              <a:buFont typeface="+mj-lt"/>
              <a:buNone/>
              <a:defRPr kumimoji="1" sz="700" kern="1200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1pPr>
            <a:lvl2pPr marL="910099" indent="-300543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454042" indent="-234933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2059363" indent="-230701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666800" indent="-228584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ja-JP" sz="756" dirty="0">
                <a:solidFill>
                  <a:schemeClr val="tx1"/>
                </a:solidFill>
                <a:latin typeface="+mn-lt"/>
              </a:rPr>
              <a:t>Information Type</a:t>
            </a:r>
            <a:r>
              <a:rPr lang="ja-JP" altLang="en-US" sz="756" dirty="0">
                <a:solidFill>
                  <a:schemeClr val="tx1"/>
                </a:solidFill>
                <a:latin typeface="+mn-lt"/>
              </a:rPr>
              <a:t>： ○○○○○○○</a:t>
            </a:r>
            <a:br>
              <a:rPr lang="en-US" altLang="ja-JP" sz="756" dirty="0">
                <a:solidFill>
                  <a:schemeClr val="tx1"/>
                </a:solidFill>
                <a:latin typeface="+mn-lt"/>
              </a:rPr>
            </a:br>
            <a:r>
              <a:rPr lang="en-US" altLang="ja-JP" sz="756" dirty="0">
                <a:solidFill>
                  <a:schemeClr val="tx1"/>
                </a:solidFill>
                <a:latin typeface="+mn-lt"/>
              </a:rPr>
              <a:t>Company Name</a:t>
            </a:r>
            <a:r>
              <a:rPr lang="ja-JP" altLang="en-US" sz="756" dirty="0">
                <a:solidFill>
                  <a:schemeClr val="tx1"/>
                </a:solidFill>
                <a:latin typeface="+mn-lt"/>
              </a:rPr>
              <a:t> ： ○○○○○○</a:t>
            </a:r>
            <a:br>
              <a:rPr lang="en-US" altLang="ja-JP" sz="756" dirty="0">
                <a:solidFill>
                  <a:schemeClr val="tx1"/>
                </a:solidFill>
                <a:latin typeface="+mn-lt"/>
              </a:rPr>
            </a:br>
            <a:r>
              <a:rPr lang="en-US" altLang="ja-JP" sz="756" dirty="0">
                <a:solidFill>
                  <a:schemeClr val="tx1"/>
                </a:solidFill>
                <a:latin typeface="+mn-lt"/>
              </a:rPr>
              <a:t>Information Owner</a:t>
            </a:r>
            <a:r>
              <a:rPr lang="ja-JP" altLang="en-US" sz="756" dirty="0">
                <a:solidFill>
                  <a:schemeClr val="tx1"/>
                </a:solidFill>
                <a:latin typeface="+mn-lt"/>
              </a:rPr>
              <a:t> ： ○○○○○○○</a:t>
            </a:r>
          </a:p>
        </p:txBody>
      </p:sp>
      <p:sp>
        <p:nvSpPr>
          <p:cNvPr id="22" name="Text Placeholder 1"/>
          <p:cNvSpPr txBox="1">
            <a:spLocks/>
          </p:cNvSpPr>
          <p:nvPr userDrawn="1"/>
        </p:nvSpPr>
        <p:spPr>
          <a:xfrm>
            <a:off x="446975" y="736429"/>
            <a:ext cx="1620941" cy="424603"/>
          </a:xfrm>
          <a:prstGeom prst="rect">
            <a:avLst/>
          </a:prstGeom>
          <a:effectLst/>
        </p:spPr>
        <p:txBody>
          <a:bodyPr wrap="none" lIns="0" rIns="97140" anchor="t">
            <a:spAutoFit/>
          </a:bodyPr>
          <a:lstStyle>
            <a:lvl1pPr marL="0" indent="0" algn="l" defTabSz="609555" rtl="0" eaLnBrk="1" fontAlgn="base" hangingPunct="1"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1" sz="1400" b="0" i="0" kern="1200" baseline="0">
                <a:solidFill>
                  <a:schemeClr val="bg1"/>
                </a:solidFill>
                <a:latin typeface="HGPGothicE" charset="-128"/>
                <a:ea typeface="HGPGothicE" charset="-128"/>
                <a:cs typeface="HGPGothicE" charset="-128"/>
              </a:defRPr>
            </a:lvl1pPr>
            <a:lvl2pPr marL="609555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400" kern="1200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2pPr>
            <a:lvl3pPr marL="1219110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400" kern="1200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3pPr>
            <a:lvl4pPr marL="1828664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438218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047772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327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880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435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159" dirty="0">
                <a:solidFill>
                  <a:schemeClr val="tx1"/>
                </a:solidFill>
                <a:latin typeface="+mn-lt"/>
              </a:rPr>
              <a:t>Client Name</a:t>
            </a:r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" y="4714044"/>
            <a:ext cx="12192000" cy="21547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15" b="0" i="0" dirty="0">
              <a:latin typeface="HGPGothicE" charset="-128"/>
              <a:ea typeface="HGPGothicE" charset="-128"/>
            </a:endParaRPr>
          </a:p>
        </p:txBody>
      </p:sp>
      <p:sp>
        <p:nvSpPr>
          <p:cNvPr id="2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2717008" y="4869160"/>
            <a:ext cx="7304052" cy="997200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 marL="0" indent="0" fontAlgn="ctr">
              <a:spcBef>
                <a:spcPts val="0"/>
              </a:spcBef>
              <a:buNone/>
              <a:defRPr sz="2462" b="0" i="0" baseline="0">
                <a:solidFill>
                  <a:srgbClr val="FFFFFF"/>
                </a:solidFill>
                <a:latin typeface="+mj-lt"/>
                <a:ea typeface="HGPGothicE" charset="-128"/>
                <a:cs typeface="HGPGothicE" charset="-128"/>
              </a:defRPr>
            </a:lvl1pPr>
            <a:lvl2pPr marL="750240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2pPr>
            <a:lvl3pPr marL="1500481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3pPr>
            <a:lvl4pPr marL="2250720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4pPr>
            <a:lvl5pPr marL="3000959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5pPr>
            <a:lvl6pPr marL="375119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6pPr>
            <a:lvl7pPr marL="450143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7pPr>
            <a:lvl8pPr marL="525167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8pPr>
            <a:lvl9pPr marL="600191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 dirty="0"/>
              <a:t>[Title]</a:t>
            </a:r>
            <a:endParaRPr lang="ja-JP" altLang="en-US" dirty="0"/>
          </a:p>
        </p:txBody>
      </p:sp>
      <p:sp>
        <p:nvSpPr>
          <p:cNvPr id="26" name="TextBox 12"/>
          <p:cNvSpPr txBox="1"/>
          <p:nvPr userDrawn="1"/>
        </p:nvSpPr>
        <p:spPr>
          <a:xfrm>
            <a:off x="10026668" y="6597352"/>
            <a:ext cx="1979957" cy="1515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© 2019 NTT DATA Corporation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2717008" y="5938368"/>
            <a:ext cx="7304052" cy="792088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 marL="0" indent="0" fontAlgn="ctr">
              <a:spcBef>
                <a:spcPts val="0"/>
              </a:spcBef>
              <a:buNone/>
              <a:defRPr sz="1969" b="0" i="0" baseline="0">
                <a:solidFill>
                  <a:srgbClr val="FFFFFF"/>
                </a:solidFill>
                <a:latin typeface="+mn-lt"/>
                <a:ea typeface="HGPGothicE" charset="-128"/>
                <a:cs typeface="HGPGothicE" charset="-128"/>
              </a:defRPr>
            </a:lvl1pPr>
            <a:lvl2pPr marL="750240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2pPr>
            <a:lvl3pPr marL="1500481" indent="0">
              <a:buNone/>
              <a:defRPr sz="1723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3pPr>
            <a:lvl4pPr marL="2250720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4pPr>
            <a:lvl5pPr marL="3000959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5pPr>
            <a:lvl6pPr marL="375119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6pPr>
            <a:lvl7pPr marL="4501438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7pPr>
            <a:lvl8pPr marL="525167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8pPr>
            <a:lvl9pPr marL="6001916" indent="0">
              <a:buNone/>
              <a:defRPr sz="22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&lt;</a:t>
            </a:r>
            <a:r>
              <a:rPr lang="en-US" altLang="ja-JP"/>
              <a:t>MM/DD/YYYY&gt;</a:t>
            </a:r>
            <a:br>
              <a:rPr lang="en-US" altLang="ja-JP"/>
            </a:br>
            <a:r>
              <a:rPr lang="en-US" altLang="ja-JP"/>
              <a:t>&lt;</a:t>
            </a:r>
            <a:r>
              <a:rPr lang="en-US" altLang="ja-JP" dirty="0"/>
              <a:t>NTT DATA </a:t>
            </a:r>
            <a:r>
              <a:rPr lang="en-US" altLang="ja-JP"/>
              <a:t>Corporation&gt;</a:t>
            </a:r>
            <a:br>
              <a:rPr lang="en-US" altLang="ja-JP"/>
            </a:br>
            <a:r>
              <a:rPr lang="en-US" altLang="ja-JP"/>
              <a:t>&lt;</a:t>
            </a:r>
            <a:r>
              <a:rPr lang="en-US" altLang="ja-JP" dirty="0"/>
              <a:t>XXXXXXXXXXXX&gt;</a:t>
            </a:r>
          </a:p>
        </p:txBody>
      </p:sp>
      <p:pic>
        <p:nvPicPr>
          <p:cNvPr id="11" name="図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202"/>
            <a:ext cx="3575998" cy="6436801"/>
          </a:xfrm>
          <a:prstGeom prst="rect">
            <a:avLst/>
          </a:prstGeom>
        </p:spPr>
      </p:pic>
      <p:pic>
        <p:nvPicPr>
          <p:cNvPr id="12" name="図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668" y="429410"/>
            <a:ext cx="1710608" cy="58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1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3506851" y="908721"/>
            <a:ext cx="7995290" cy="5256409"/>
          </a:xfrm>
          <a:prstGeom prst="rect">
            <a:avLst/>
          </a:prstGeom>
        </p:spPr>
        <p:txBody>
          <a:bodyPr lIns="183600" rIns="183600"/>
          <a:lstStyle>
            <a:lvl1pPr marL="0" indent="0" fontAlgn="ctr">
              <a:spcBef>
                <a:spcPts val="0"/>
              </a:spcBef>
              <a:spcAft>
                <a:spcPts val="0"/>
              </a:spcAft>
              <a:buFontTx/>
              <a:buNone/>
              <a:defRPr sz="2462" b="0" i="0" spc="123" baseline="0">
                <a:solidFill>
                  <a:schemeClr val="tx1"/>
                </a:solidFill>
                <a:latin typeface="+mn-lt"/>
                <a:ea typeface="HGPGothicE" charset="-128"/>
                <a:cs typeface="HGPGothicE" charset="-128"/>
              </a:defRPr>
            </a:lvl1pPr>
            <a:lvl2pPr marL="750240" indent="0" fontAlgn="ctr">
              <a:spcBef>
                <a:spcPts val="0"/>
              </a:spcBef>
              <a:spcAft>
                <a:spcPts val="0"/>
              </a:spcAft>
              <a:buFontTx/>
              <a:buNone/>
              <a:defRPr sz="2462" b="0" i="0" spc="123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2pPr>
            <a:lvl3pPr marL="1500478" indent="0" fontAlgn="ctr">
              <a:spcBef>
                <a:spcPts val="0"/>
              </a:spcBef>
              <a:spcAft>
                <a:spcPts val="0"/>
              </a:spcAft>
              <a:buFontTx/>
              <a:buNone/>
              <a:defRPr sz="2462" b="0" i="0" spc="123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3pPr>
            <a:lvl4pPr marL="2250720" indent="0">
              <a:buFontTx/>
              <a:buNone/>
              <a:defRPr>
                <a:solidFill>
                  <a:schemeClr val="tx2"/>
                </a:solidFill>
              </a:defRPr>
            </a:lvl4pPr>
            <a:lvl5pPr marL="3000959" indent="0"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en-US" altLang="ja-JP" dirty="0"/>
              <a:t>Click and enter text.</a:t>
            </a:r>
            <a:endParaRPr kumimoji="1" lang="ja-JP" altLang="en-US" dirty="0"/>
          </a:p>
        </p:txBody>
      </p:sp>
      <p:sp>
        <p:nvSpPr>
          <p:cNvPr id="30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924" y="28259"/>
            <a:ext cx="11789093" cy="73079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3939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marL="278737" marR="0" lvl="0" indent="-278737" algn="l" defTabSz="75024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en-US" altLang="ja-JP" dirty="0"/>
              <a:t>[Agenda]</a:t>
            </a:r>
          </a:p>
        </p:txBody>
      </p:sp>
      <p:sp>
        <p:nvSpPr>
          <p:cNvPr id="31" name="TextBox 12"/>
          <p:cNvSpPr txBox="1"/>
          <p:nvPr userDrawn="1"/>
        </p:nvSpPr>
        <p:spPr>
          <a:xfrm>
            <a:off x="10027740" y="6580944"/>
            <a:ext cx="1979957" cy="1515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tx1"/>
                </a:solidFill>
                <a:latin typeface="+mn-lt"/>
                <a:ea typeface="HGPGothicE" charset="-128"/>
                <a:cs typeface="Meiryo UI" pitchFamily="50" charset="-128"/>
              </a:rPr>
              <a:t>© 2019 NTT DATA Corporation</a:t>
            </a:r>
          </a:p>
        </p:txBody>
      </p:sp>
      <p:pic>
        <p:nvPicPr>
          <p:cNvPr id="7" name="図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13690"/>
            <a:ext cx="2080171" cy="374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321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dle 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2"/>
          <p:cNvSpPr txBox="1"/>
          <p:nvPr userDrawn="1"/>
        </p:nvSpPr>
        <p:spPr>
          <a:xfrm>
            <a:off x="284659" y="6593330"/>
            <a:ext cx="1989222" cy="151580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© 2019 NTT DATA Corporation</a:t>
            </a:r>
          </a:p>
        </p:txBody>
      </p:sp>
      <p:sp>
        <p:nvSpPr>
          <p:cNvPr id="13" name="タイトル 1"/>
          <p:cNvSpPr>
            <a:spLocks noGrp="1"/>
          </p:cNvSpPr>
          <p:nvPr>
            <p:ph type="title" hasCustomPrompt="1"/>
          </p:nvPr>
        </p:nvSpPr>
        <p:spPr>
          <a:xfrm>
            <a:off x="1905231" y="908720"/>
            <a:ext cx="8356155" cy="441237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algn="ctr">
              <a:defRPr sz="3939" spc="246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kumimoji="1" lang="en-US" altLang="ja-JP" dirty="0"/>
              <a:t>[Middle Title Page]</a:t>
            </a:r>
            <a:endParaRPr kumimoji="1" lang="ja-JP" altLang="en-US" dirty="0"/>
          </a:p>
        </p:txBody>
      </p:sp>
      <p:pic>
        <p:nvPicPr>
          <p:cNvPr id="7" name="図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6876" y="6503752"/>
            <a:ext cx="1178351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8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923" y="1"/>
            <a:ext cx="11778622" cy="73079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3939" baseline="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278737" marR="0" lvl="0" indent="-278737" algn="l" defTabSz="75024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ja-JP" dirty="0"/>
              <a:t>[Title]</a:t>
            </a:r>
          </a:p>
        </p:txBody>
      </p:sp>
      <p:sp>
        <p:nvSpPr>
          <p:cNvPr id="11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664621" y="908720"/>
            <a:ext cx="11008183" cy="5256410"/>
          </a:xfrm>
          <a:prstGeom prst="rect">
            <a:avLst/>
          </a:prstGeom>
        </p:spPr>
        <p:txBody>
          <a:bodyPr lIns="90000"/>
          <a:lstStyle>
            <a:lvl1pPr marL="0" marR="0" indent="0" algn="l" defTabSz="75024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62" b="0" i="0" spc="123" baseline="0">
                <a:solidFill>
                  <a:schemeClr val="tx1"/>
                </a:solidFill>
                <a:latin typeface="+mn-lt"/>
                <a:ea typeface="HGPGothicE" charset="-128"/>
                <a:cs typeface="HGPGothicE" charset="-128"/>
              </a:defRPr>
            </a:lvl1pPr>
            <a:lvl2pPr marL="750240" indent="0" fontAlgn="ctr">
              <a:spcBef>
                <a:spcPts val="0"/>
              </a:spcBef>
              <a:buFontTx/>
              <a:buNone/>
              <a:defRPr sz="2462" b="0" i="0" spc="123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2pPr>
            <a:lvl3pPr marL="1500478" indent="0" fontAlgn="ctr">
              <a:spcBef>
                <a:spcPts val="0"/>
              </a:spcBef>
              <a:buFontTx/>
              <a:buNone/>
              <a:defRPr sz="2462" b="0" i="0" spc="123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3pPr>
            <a:lvl4pPr marL="2250720" indent="0">
              <a:buFontTx/>
              <a:buNone/>
              <a:defRPr>
                <a:solidFill>
                  <a:schemeClr val="tx2"/>
                </a:solidFill>
              </a:defRPr>
            </a:lvl4pPr>
            <a:lvl5pPr marL="3000959" indent="0"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en-US" altLang="ja-JP" dirty="0"/>
              <a:t>Click and enter text.</a:t>
            </a:r>
            <a:endParaRPr kumimoji="1" lang="ja-JP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844062" y="6477000"/>
            <a:ext cx="1969477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2035" dirty="0"/>
          </a:p>
        </p:txBody>
      </p:sp>
      <p:sp>
        <p:nvSpPr>
          <p:cNvPr id="5" name="Rectangle 4"/>
          <p:cNvSpPr/>
          <p:nvPr userDrawn="1"/>
        </p:nvSpPr>
        <p:spPr>
          <a:xfrm>
            <a:off x="4970585" y="6482080"/>
            <a:ext cx="1969477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2035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1031631" y="6593330"/>
            <a:ext cx="1989222" cy="151580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© 2019</a:t>
            </a:r>
            <a:r>
              <a:rPr kumimoji="0" lang="en-US" altLang="ja-JP" sz="985" b="0" i="0" baseline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 </a:t>
            </a: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NTT DATA Corporation</a:t>
            </a:r>
          </a:p>
        </p:txBody>
      </p:sp>
    </p:spTree>
    <p:extLst>
      <p:ext uri="{BB962C8B-B14F-4D97-AF65-F5344CB8AC3E}">
        <p14:creationId xmlns:p14="http://schemas.microsoft.com/office/powerpoint/2010/main" val="30510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 userDrawn="1"/>
        </p:nvSpPr>
        <p:spPr>
          <a:xfrm>
            <a:off x="0" y="1"/>
            <a:ext cx="12192000" cy="73370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690" tIns="45345" rIns="90690" bIns="45345" rtlCol="0" anchor="ctr">
            <a:normAutofit/>
          </a:bodyPr>
          <a:lstStyle/>
          <a:p>
            <a:pPr algn="ctr"/>
            <a:endParaRPr lang="en-US" sz="1943" dirty="0"/>
          </a:p>
        </p:txBody>
      </p:sp>
      <p:sp>
        <p:nvSpPr>
          <p:cNvPr id="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923" y="1"/>
            <a:ext cx="11778622" cy="73079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3939"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278737" marR="0" lvl="0" indent="-278737" algn="l" defTabSz="75024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en-US" altLang="ja-JP" dirty="0"/>
              <a:t>[Title]</a:t>
            </a:r>
          </a:p>
        </p:txBody>
      </p:sp>
      <p:sp>
        <p:nvSpPr>
          <p:cNvPr id="8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664621" y="908720"/>
            <a:ext cx="11008183" cy="5256410"/>
          </a:xfrm>
          <a:prstGeom prst="rect">
            <a:avLst/>
          </a:prstGeom>
        </p:spPr>
        <p:txBody>
          <a:bodyPr lIns="90000"/>
          <a:lstStyle>
            <a:lvl1pPr marL="0" marR="0" indent="0" algn="l" defTabSz="75024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62" b="0" i="0" spc="123" baseline="0">
                <a:solidFill>
                  <a:schemeClr val="tx1"/>
                </a:solidFill>
                <a:latin typeface="+mn-lt"/>
                <a:ea typeface="HGPGothicE" charset="-128"/>
                <a:cs typeface="HGPGothicE" charset="-128"/>
              </a:defRPr>
            </a:lvl1pPr>
            <a:lvl2pPr marL="750240" indent="0" fontAlgn="ctr">
              <a:spcBef>
                <a:spcPts val="0"/>
              </a:spcBef>
              <a:buFontTx/>
              <a:buNone/>
              <a:defRPr sz="2462" b="0" i="0" spc="123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2pPr>
            <a:lvl3pPr marL="1500478" indent="0" fontAlgn="ctr">
              <a:spcBef>
                <a:spcPts val="0"/>
              </a:spcBef>
              <a:buFontTx/>
              <a:buNone/>
              <a:defRPr sz="2462" b="0" i="0" spc="123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3pPr>
            <a:lvl4pPr marL="2250720" indent="0">
              <a:buFontTx/>
              <a:buNone/>
              <a:defRPr>
                <a:solidFill>
                  <a:schemeClr val="tx2"/>
                </a:solidFill>
              </a:defRPr>
            </a:lvl4pPr>
            <a:lvl5pPr marL="3000959" indent="0"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marL="0" marR="0" lvl="0" indent="0" algn="l" defTabSz="75024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Click and enter text.</a:t>
            </a:r>
            <a:endParaRPr kumimoji="1" lang="ja-JP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844062" y="6477000"/>
            <a:ext cx="1969477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2035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970585" y="6482080"/>
            <a:ext cx="1969477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 sz="2035" dirty="0"/>
          </a:p>
        </p:txBody>
      </p:sp>
      <p:sp>
        <p:nvSpPr>
          <p:cNvPr id="12" name="TextBox 12"/>
          <p:cNvSpPr txBox="1"/>
          <p:nvPr userDrawn="1"/>
        </p:nvSpPr>
        <p:spPr>
          <a:xfrm>
            <a:off x="1031631" y="6593330"/>
            <a:ext cx="1989222" cy="151580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© 2019 NTT DATA Corporation</a:t>
            </a:r>
          </a:p>
        </p:txBody>
      </p:sp>
    </p:spTree>
    <p:extLst>
      <p:ext uri="{BB962C8B-B14F-4D97-AF65-F5344CB8AC3E}">
        <p14:creationId xmlns:p14="http://schemas.microsoft.com/office/powerpoint/2010/main" val="124930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s C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 userDrawn="1"/>
        </p:nvSpPr>
        <p:spPr>
          <a:xfrm>
            <a:off x="13412000" y="4391614"/>
            <a:ext cx="184731" cy="405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sz="2035" dirty="0"/>
          </a:p>
        </p:txBody>
      </p:sp>
      <p:sp>
        <p:nvSpPr>
          <p:cNvPr id="8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3473038" y="2852936"/>
            <a:ext cx="5227298" cy="828102"/>
          </a:xfrm>
          <a:prstGeom prst="rect">
            <a:avLst/>
          </a:prstGeom>
          <a:ln w="38100">
            <a:solidFill>
              <a:schemeClr val="bg1"/>
            </a:solidFill>
            <a:prstDash val="sysDot"/>
          </a:ln>
        </p:spPr>
        <p:txBody>
          <a:bodyPr lIns="90000" anchor="ctr" anchorCtr="1"/>
          <a:lstStyle>
            <a:lvl1pPr marL="0" marR="0" indent="0" algn="l" defTabSz="657927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62" b="0" i="0" spc="108" baseline="0">
                <a:solidFill>
                  <a:schemeClr val="bg1"/>
                </a:solidFill>
                <a:latin typeface="+mn-lt"/>
                <a:ea typeface="HGPGothicE" charset="-128"/>
                <a:cs typeface="HGPGothicE" charset="-128"/>
              </a:defRPr>
            </a:lvl1pPr>
            <a:lvl2pPr marL="657927" indent="0" fontAlgn="ctr">
              <a:spcBef>
                <a:spcPts val="0"/>
              </a:spcBef>
              <a:buFontTx/>
              <a:buNone/>
              <a:defRPr sz="2159" b="0" i="0" spc="108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2pPr>
            <a:lvl3pPr marL="1315854" indent="0" fontAlgn="ctr">
              <a:spcBef>
                <a:spcPts val="0"/>
              </a:spcBef>
              <a:buFontTx/>
              <a:buNone/>
              <a:defRPr sz="2159" b="0" i="0" spc="108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3pPr>
            <a:lvl4pPr marL="1973783" indent="0">
              <a:buFontTx/>
              <a:buNone/>
              <a:defRPr>
                <a:solidFill>
                  <a:schemeClr val="tx2"/>
                </a:solidFill>
              </a:defRPr>
            </a:lvl4pPr>
            <a:lvl5pPr marL="2631711" indent="0"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algn="ctr"/>
            <a:r>
              <a:rPr lang="ja-JP" altLang="en-US" sz="2462" spc="246" dirty="0">
                <a:solidFill>
                  <a:srgbClr val="FFFFFF"/>
                </a:solidFill>
                <a:latin typeface="Arial" panose="020B0604020202020204" pitchFamily="34" charset="0"/>
                <a:ea typeface="HGPGothicE" charset="-128"/>
                <a:cs typeface="Arial" panose="020B0604020202020204" pitchFamily="34" charset="0"/>
              </a:rPr>
              <a:t>［</a:t>
            </a:r>
            <a:r>
              <a:rPr lang="en-US" altLang="ja-JP" sz="2462" spc="246" dirty="0">
                <a:solidFill>
                  <a:srgbClr val="FFFFFF"/>
                </a:solidFill>
                <a:latin typeface="Arial" panose="020B0604020202020204" pitchFamily="34" charset="0"/>
                <a:ea typeface="HGPGothicE" charset="-128"/>
                <a:cs typeface="Arial" panose="020B0604020202020204" pitchFamily="34" charset="0"/>
              </a:rPr>
              <a:t>Photo/Movie</a:t>
            </a:r>
            <a:r>
              <a:rPr lang="ja-JP" altLang="en-US" sz="2462" spc="246" dirty="0">
                <a:solidFill>
                  <a:srgbClr val="FFFFFF"/>
                </a:solidFill>
                <a:latin typeface="Arial" panose="020B0604020202020204" pitchFamily="34" charset="0"/>
                <a:ea typeface="HGPGothicE" charset="-128"/>
                <a:cs typeface="Arial" panose="020B0604020202020204" pitchFamily="34" charset="0"/>
              </a:rPr>
              <a:t>］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284659" y="6593330"/>
            <a:ext cx="1989222" cy="151580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© 2019 NTT DATA Corporation</a:t>
            </a:r>
          </a:p>
        </p:txBody>
      </p:sp>
      <p:pic>
        <p:nvPicPr>
          <p:cNvPr id="7" name="図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6876" y="6503752"/>
            <a:ext cx="1178351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623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4836585" y="2950294"/>
            <a:ext cx="2518830" cy="471219"/>
          </a:xfrm>
          <a:prstGeom prst="rect">
            <a:avLst/>
          </a:prstGeom>
        </p:spPr>
        <p:txBody>
          <a:bodyPr wrap="none" anchor="ctr" anchorCtr="1">
            <a:spAutoFit/>
          </a:bodyPr>
          <a:lstStyle>
            <a:lvl1pPr algn="ctr">
              <a:defRPr sz="2462" spc="246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1" lang="en-US" altLang="ja-JP" dirty="0"/>
              <a:t>[Closing Text]</a:t>
            </a:r>
            <a:endParaRPr kumimoji="1" lang="ja-JP" altLang="en-US" dirty="0"/>
          </a:p>
        </p:txBody>
      </p:sp>
      <p:sp>
        <p:nvSpPr>
          <p:cNvPr id="11" name="TextBox 12"/>
          <p:cNvSpPr txBox="1"/>
          <p:nvPr userDrawn="1"/>
        </p:nvSpPr>
        <p:spPr>
          <a:xfrm>
            <a:off x="10027740" y="6580944"/>
            <a:ext cx="1979957" cy="1515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tx1"/>
                </a:solidFill>
                <a:latin typeface="+mn-lt"/>
                <a:ea typeface="HGPGothicE" charset="-128"/>
                <a:cs typeface="Meiryo UI" pitchFamily="50" charset="-128"/>
              </a:rPr>
              <a:t>© 2019 NTT DATA Corporation</a:t>
            </a:r>
          </a:p>
        </p:txBody>
      </p:sp>
      <p:pic>
        <p:nvPicPr>
          <p:cNvPr id="6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13690"/>
            <a:ext cx="2080171" cy="374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09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2"/>
          <p:cNvSpPr txBox="1"/>
          <p:nvPr userDrawn="1"/>
        </p:nvSpPr>
        <p:spPr>
          <a:xfrm>
            <a:off x="10027740" y="6580944"/>
            <a:ext cx="1979957" cy="1515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r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tx1"/>
                </a:solidFill>
                <a:latin typeface="+mn-lt"/>
                <a:ea typeface="HGPGothicE" charset="-128"/>
                <a:cs typeface="Meiryo UI" pitchFamily="50" charset="-128"/>
              </a:rPr>
              <a:t>© 2019 NTT DATA Corporation</a:t>
            </a:r>
          </a:p>
        </p:txBody>
      </p:sp>
      <p:pic>
        <p:nvPicPr>
          <p:cNvPr id="5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13690"/>
            <a:ext cx="2080171" cy="3744310"/>
          </a:xfrm>
          <a:prstGeom prst="rect">
            <a:avLst/>
          </a:prstGeom>
        </p:spPr>
      </p:pic>
      <p:pic>
        <p:nvPicPr>
          <p:cNvPr id="6" name="図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898648"/>
            <a:ext cx="3429000" cy="117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968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/>
          <p:nvPr userDrawn="1"/>
        </p:nvSpPr>
        <p:spPr>
          <a:xfrm>
            <a:off x="0" y="6434124"/>
            <a:ext cx="12192000" cy="42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954" b="0" i="0" dirty="0">
              <a:solidFill>
                <a:schemeClr val="tx1"/>
              </a:solidFill>
              <a:latin typeface="HGPGothicE" charset="-128"/>
              <a:ea typeface="HGPGothicE" charset="-128"/>
            </a:endParaRPr>
          </a:p>
        </p:txBody>
      </p:sp>
      <p:sp>
        <p:nvSpPr>
          <p:cNvPr id="10" name="TextBox 12"/>
          <p:cNvSpPr txBox="1"/>
          <p:nvPr userDrawn="1"/>
        </p:nvSpPr>
        <p:spPr>
          <a:xfrm>
            <a:off x="880543" y="6593330"/>
            <a:ext cx="3876431" cy="151580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marL="0" marR="0" indent="0" algn="l" defTabSz="750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85" b="0" i="0" dirty="0">
                <a:solidFill>
                  <a:schemeClr val="bg1"/>
                </a:solidFill>
                <a:latin typeface="+mn-lt"/>
                <a:ea typeface="HGPGothicE" charset="-128"/>
                <a:cs typeface="Meiryo UI" pitchFamily="50" charset="-128"/>
              </a:rPr>
              <a:t>© 2019 NTT DATA Corporation</a:t>
            </a:r>
          </a:p>
        </p:txBody>
      </p:sp>
      <p:sp>
        <p:nvSpPr>
          <p:cNvPr id="12" name="TextBox 16"/>
          <p:cNvSpPr txBox="1"/>
          <p:nvPr userDrawn="1"/>
        </p:nvSpPr>
        <p:spPr>
          <a:xfrm>
            <a:off x="5683550" y="6551482"/>
            <a:ext cx="824900" cy="22730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477" b="0" i="0">
                <a:solidFill>
                  <a:schemeClr val="bg1"/>
                </a:solidFill>
                <a:latin typeface="+mn-lt"/>
                <a:ea typeface="HGPGothicE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477" b="0" i="0" dirty="0">
              <a:solidFill>
                <a:schemeClr val="bg1"/>
              </a:solidFill>
              <a:latin typeface="+mn-lt"/>
              <a:ea typeface="HGPGothicE" charset="-128"/>
              <a:cs typeface="HGPGothicE" charset="-128"/>
            </a:endParaRPr>
          </a:p>
        </p:txBody>
      </p:sp>
      <p:pic>
        <p:nvPicPr>
          <p:cNvPr id="8" name="図 14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581651"/>
            <a:ext cx="709083" cy="1276350"/>
          </a:xfrm>
          <a:prstGeom prst="rect">
            <a:avLst/>
          </a:prstGeom>
        </p:spPr>
      </p:pic>
      <p:pic>
        <p:nvPicPr>
          <p:cNvPr id="9" name="図 16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6876" y="6503752"/>
            <a:ext cx="1178351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1" r:id="rId3"/>
    <p:sldLayoutId id="2147483683" r:id="rId4"/>
    <p:sldLayoutId id="2147483688" r:id="rId5"/>
    <p:sldLayoutId id="2147483693" r:id="rId6"/>
    <p:sldLayoutId id="2147483703" r:id="rId7"/>
    <p:sldLayoutId id="2147483708" r:id="rId8"/>
    <p:sldLayoutId id="2147483694" r:id="rId9"/>
    <p:sldLayoutId id="2147483695" r:id="rId10"/>
  </p:sldLayoutIdLst>
  <p:hf hdr="0" dt="0"/>
  <p:txStyles>
    <p:titleStyle>
      <a:lvl1pPr algn="l" defTabSz="657927" rtl="0" eaLnBrk="1" fontAlgn="base" hangingPunct="1">
        <a:spcBef>
          <a:spcPct val="0"/>
        </a:spcBef>
        <a:spcAft>
          <a:spcPct val="0"/>
        </a:spcAft>
        <a:defRPr kumimoji="1" sz="2591" b="0" i="0" kern="1200" spc="217" baseline="0">
          <a:solidFill>
            <a:srgbClr val="404040"/>
          </a:solidFill>
          <a:latin typeface="HGPGothicE" charset="-128"/>
          <a:ea typeface="HGPGothicE" charset="-128"/>
          <a:cs typeface="HGPGothicE" charset="-128"/>
        </a:defRPr>
      </a:lvl1pPr>
      <a:lvl2pPr algn="l" defTabSz="657927" rtl="0" eaLnBrk="1" fontAlgn="base" hangingPunct="1">
        <a:spcBef>
          <a:spcPct val="0"/>
        </a:spcBef>
        <a:spcAft>
          <a:spcPct val="0"/>
        </a:spcAft>
        <a:defRPr kumimoji="1" sz="2879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57927" rtl="0" eaLnBrk="1" fontAlgn="base" hangingPunct="1">
        <a:spcBef>
          <a:spcPct val="0"/>
        </a:spcBef>
        <a:spcAft>
          <a:spcPct val="0"/>
        </a:spcAft>
        <a:defRPr kumimoji="1" sz="2879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57927" rtl="0" eaLnBrk="1" fontAlgn="base" hangingPunct="1">
        <a:spcBef>
          <a:spcPct val="0"/>
        </a:spcBef>
        <a:spcAft>
          <a:spcPct val="0"/>
        </a:spcAft>
        <a:defRPr kumimoji="1" sz="2879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57927" rtl="0" eaLnBrk="1" fontAlgn="base" hangingPunct="1">
        <a:spcBef>
          <a:spcPct val="0"/>
        </a:spcBef>
        <a:spcAft>
          <a:spcPct val="0"/>
        </a:spcAft>
        <a:defRPr kumimoji="1" sz="2879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57927" algn="l" defTabSz="657927" rtl="0" eaLnBrk="1" fontAlgn="base" hangingPunct="1">
        <a:spcBef>
          <a:spcPct val="0"/>
        </a:spcBef>
        <a:spcAft>
          <a:spcPct val="0"/>
        </a:spcAft>
        <a:defRPr kumimoji="1" sz="2879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315857" algn="l" defTabSz="657927" rtl="0" eaLnBrk="1" fontAlgn="base" hangingPunct="1">
        <a:spcBef>
          <a:spcPct val="0"/>
        </a:spcBef>
        <a:spcAft>
          <a:spcPct val="0"/>
        </a:spcAft>
        <a:defRPr kumimoji="1" sz="2879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973783" algn="l" defTabSz="657927" rtl="0" eaLnBrk="1" fontAlgn="base" hangingPunct="1">
        <a:spcBef>
          <a:spcPct val="0"/>
        </a:spcBef>
        <a:spcAft>
          <a:spcPct val="0"/>
        </a:spcAft>
        <a:defRPr kumimoji="1" sz="2879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631711" algn="l" defTabSz="657927" rtl="0" eaLnBrk="1" fontAlgn="base" hangingPunct="1">
        <a:spcBef>
          <a:spcPct val="0"/>
        </a:spcBef>
        <a:spcAft>
          <a:spcPct val="0"/>
        </a:spcAft>
        <a:defRPr kumimoji="1" sz="2879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244441" indent="-244441" algn="l" defTabSz="657927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3454" kern="1200">
          <a:solidFill>
            <a:schemeClr val="tx1"/>
          </a:solidFill>
          <a:latin typeface="Arial"/>
          <a:ea typeface="+mn-ea"/>
          <a:cs typeface="Arial"/>
        </a:defRPr>
      </a:lvl1pPr>
      <a:lvl2pPr marL="982321" indent="-324392" algn="l" defTabSz="657927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879" kern="1200">
          <a:solidFill>
            <a:schemeClr val="tx1"/>
          </a:solidFill>
          <a:latin typeface="Arial"/>
          <a:ea typeface="+mn-ea"/>
          <a:cs typeface="Arial"/>
        </a:defRPr>
      </a:lvl2pPr>
      <a:lvl3pPr marL="1569432" indent="-253577" algn="l" defTabSz="657927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879" kern="1200">
          <a:solidFill>
            <a:schemeClr val="tx1"/>
          </a:solidFill>
          <a:latin typeface="Arial"/>
          <a:ea typeface="+mn-ea"/>
          <a:cs typeface="Arial"/>
        </a:defRPr>
      </a:lvl3pPr>
      <a:lvl4pPr marL="2222788" indent="-249009" algn="l" defTabSz="657927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879" kern="1200">
          <a:solidFill>
            <a:schemeClr val="tx1"/>
          </a:solidFill>
          <a:latin typeface="Arial"/>
          <a:ea typeface="+mn-ea"/>
          <a:cs typeface="Arial"/>
        </a:defRPr>
      </a:lvl4pPr>
      <a:lvl5pPr marL="2878431" indent="-246725" algn="l" defTabSz="657927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879" kern="1200">
          <a:solidFill>
            <a:schemeClr val="tx1"/>
          </a:solidFill>
          <a:latin typeface="Arial"/>
          <a:ea typeface="+mn-ea"/>
          <a:cs typeface="Arial"/>
        </a:defRPr>
      </a:lvl5pPr>
      <a:lvl6pPr marL="3618598" indent="-328962" algn="l" defTabSz="657927" rtl="0" eaLnBrk="1" latinLnBrk="0" hangingPunct="1">
        <a:spcBef>
          <a:spcPct val="20000"/>
        </a:spcBef>
        <a:buFont typeface="Arial"/>
        <a:buChar char="•"/>
        <a:defRPr kumimoji="1" sz="2879" kern="1200">
          <a:solidFill>
            <a:schemeClr val="tx1"/>
          </a:solidFill>
          <a:latin typeface="+mn-lt"/>
          <a:ea typeface="+mn-ea"/>
          <a:cs typeface="+mn-cs"/>
        </a:defRPr>
      </a:lvl6pPr>
      <a:lvl7pPr marL="4276529" indent="-328962" algn="l" defTabSz="657927" rtl="0" eaLnBrk="1" latinLnBrk="0" hangingPunct="1">
        <a:spcBef>
          <a:spcPct val="20000"/>
        </a:spcBef>
        <a:buFont typeface="Arial"/>
        <a:buChar char="•"/>
        <a:defRPr kumimoji="1" sz="2879" kern="1200">
          <a:solidFill>
            <a:schemeClr val="tx1"/>
          </a:solidFill>
          <a:latin typeface="+mn-lt"/>
          <a:ea typeface="+mn-ea"/>
          <a:cs typeface="+mn-cs"/>
        </a:defRPr>
      </a:lvl7pPr>
      <a:lvl8pPr marL="4934454" indent="-328962" algn="l" defTabSz="657927" rtl="0" eaLnBrk="1" latinLnBrk="0" hangingPunct="1">
        <a:spcBef>
          <a:spcPct val="20000"/>
        </a:spcBef>
        <a:buFont typeface="Arial"/>
        <a:buChar char="•"/>
        <a:defRPr kumimoji="1" sz="2879" kern="1200">
          <a:solidFill>
            <a:schemeClr val="tx1"/>
          </a:solidFill>
          <a:latin typeface="+mn-lt"/>
          <a:ea typeface="+mn-ea"/>
          <a:cs typeface="+mn-cs"/>
        </a:defRPr>
      </a:lvl8pPr>
      <a:lvl9pPr marL="5592381" indent="-328962" algn="l" defTabSz="657927" rtl="0" eaLnBrk="1" latinLnBrk="0" hangingPunct="1">
        <a:spcBef>
          <a:spcPct val="20000"/>
        </a:spcBef>
        <a:buFont typeface="Arial"/>
        <a:buChar char="•"/>
        <a:defRPr kumimoji="1" sz="28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7927" rtl="0" eaLnBrk="1" latinLnBrk="0" hangingPunct="1">
        <a:defRPr kumimoji="1" sz="2591" kern="1200">
          <a:solidFill>
            <a:schemeClr val="tx1"/>
          </a:solidFill>
          <a:latin typeface="+mn-lt"/>
          <a:ea typeface="+mn-ea"/>
          <a:cs typeface="+mn-cs"/>
        </a:defRPr>
      </a:lvl1pPr>
      <a:lvl2pPr marL="657927" algn="l" defTabSz="657927" rtl="0" eaLnBrk="1" latinLnBrk="0" hangingPunct="1">
        <a:defRPr kumimoji="1" sz="2591" kern="1200">
          <a:solidFill>
            <a:schemeClr val="tx1"/>
          </a:solidFill>
          <a:latin typeface="+mn-lt"/>
          <a:ea typeface="+mn-ea"/>
          <a:cs typeface="+mn-cs"/>
        </a:defRPr>
      </a:lvl2pPr>
      <a:lvl3pPr marL="1315857" algn="l" defTabSz="657927" rtl="0" eaLnBrk="1" latinLnBrk="0" hangingPunct="1">
        <a:defRPr kumimoji="1" sz="2591" kern="1200">
          <a:solidFill>
            <a:schemeClr val="tx1"/>
          </a:solidFill>
          <a:latin typeface="+mn-lt"/>
          <a:ea typeface="+mn-ea"/>
          <a:cs typeface="+mn-cs"/>
        </a:defRPr>
      </a:lvl3pPr>
      <a:lvl4pPr marL="1973783" algn="l" defTabSz="657927" rtl="0" eaLnBrk="1" latinLnBrk="0" hangingPunct="1">
        <a:defRPr kumimoji="1" sz="2591" kern="1200">
          <a:solidFill>
            <a:schemeClr val="tx1"/>
          </a:solidFill>
          <a:latin typeface="+mn-lt"/>
          <a:ea typeface="+mn-ea"/>
          <a:cs typeface="+mn-cs"/>
        </a:defRPr>
      </a:lvl4pPr>
      <a:lvl5pPr marL="2631711" algn="l" defTabSz="657927" rtl="0" eaLnBrk="1" latinLnBrk="0" hangingPunct="1">
        <a:defRPr kumimoji="1" sz="2591" kern="1200">
          <a:solidFill>
            <a:schemeClr val="tx1"/>
          </a:solidFill>
          <a:latin typeface="+mn-lt"/>
          <a:ea typeface="+mn-ea"/>
          <a:cs typeface="+mn-cs"/>
        </a:defRPr>
      </a:lvl5pPr>
      <a:lvl6pPr marL="3289638" algn="l" defTabSz="657927" rtl="0" eaLnBrk="1" latinLnBrk="0" hangingPunct="1">
        <a:defRPr kumimoji="1" sz="2591" kern="1200">
          <a:solidFill>
            <a:schemeClr val="tx1"/>
          </a:solidFill>
          <a:latin typeface="+mn-lt"/>
          <a:ea typeface="+mn-ea"/>
          <a:cs typeface="+mn-cs"/>
        </a:defRPr>
      </a:lvl6pPr>
      <a:lvl7pPr marL="3947562" algn="l" defTabSz="657927" rtl="0" eaLnBrk="1" latinLnBrk="0" hangingPunct="1">
        <a:defRPr kumimoji="1" sz="2591" kern="1200">
          <a:solidFill>
            <a:schemeClr val="tx1"/>
          </a:solidFill>
          <a:latin typeface="+mn-lt"/>
          <a:ea typeface="+mn-ea"/>
          <a:cs typeface="+mn-cs"/>
        </a:defRPr>
      </a:lvl7pPr>
      <a:lvl8pPr marL="4605491" algn="l" defTabSz="657927" rtl="0" eaLnBrk="1" latinLnBrk="0" hangingPunct="1">
        <a:defRPr kumimoji="1" sz="2591" kern="1200">
          <a:solidFill>
            <a:schemeClr val="tx1"/>
          </a:solidFill>
          <a:latin typeface="+mn-lt"/>
          <a:ea typeface="+mn-ea"/>
          <a:cs typeface="+mn-cs"/>
        </a:defRPr>
      </a:lvl8pPr>
      <a:lvl9pPr marL="5263418" algn="l" defTabSz="657927" rtl="0" eaLnBrk="1" latinLnBrk="0" hangingPunct="1">
        <a:defRPr kumimoji="1" sz="25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altLang="ja-JP" sz="2800" dirty="0"/>
              <a:t>Framework: Generic test libraries</a:t>
            </a:r>
            <a:endParaRPr lang="ja-JP" altLang="en-US" sz="2800" dirty="0"/>
          </a:p>
          <a:p>
            <a:r>
              <a:rPr kumimoji="1" lang="en-US" altLang="ja-JP" sz="1400" dirty="0"/>
              <a:t>15/02/2019</a:t>
            </a:r>
            <a:endParaRPr kumimoji="1" lang="ja-JP" altLang="en-US" sz="1400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17"/>
          </p:nvPr>
        </p:nvSpPr>
        <p:spPr>
          <a:xfrm>
            <a:off x="2717008" y="5733256"/>
            <a:ext cx="7304052" cy="997200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Romulus-Cristian BIȚĂ</a:t>
            </a:r>
          </a:p>
          <a:p>
            <a:r>
              <a:rPr kumimoji="1" lang="en-US" altLang="ja-JP" sz="1600" dirty="0"/>
              <a:t>Software Engineer</a:t>
            </a:r>
            <a:endParaRPr kumimoji="1" lang="ja-JP" altLang="en-US" sz="1600" dirty="0"/>
          </a:p>
        </p:txBody>
      </p:sp>
      <p:sp>
        <p:nvSpPr>
          <p:cNvPr id="6" name="テキスト プレースホルダー 4"/>
          <p:cNvSpPr txBox="1">
            <a:spLocks/>
          </p:cNvSpPr>
          <p:nvPr/>
        </p:nvSpPr>
        <p:spPr>
          <a:xfrm>
            <a:off x="420595" y="330676"/>
            <a:ext cx="1978427" cy="53221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 tIns="66462" bIns="66462" anchor="ctr">
            <a:spAutoFit/>
          </a:bodyPr>
          <a:lstStyle>
            <a:lvl1pPr marL="0" indent="0" algn="l" defTabSz="432000" rtl="0" eaLnBrk="0" fontAlgn="base" hangingPunct="0">
              <a:lnSpc>
                <a:spcPct val="100000"/>
              </a:lnSpc>
              <a:spcBef>
                <a:spcPts val="120"/>
              </a:spcBef>
              <a:spcAft>
                <a:spcPct val="0"/>
              </a:spcAft>
              <a:buFont typeface="+mj-lt"/>
              <a:buNone/>
              <a:defRPr kumimoji="1" sz="700" kern="1200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1pPr>
            <a:lvl2pPr marL="910099" indent="-300543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454042" indent="-234933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2059363" indent="-230701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666800" indent="-228584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umimoji="1" sz="2667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kumimoji="1"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ja-JP" sz="862" dirty="0">
                <a:latin typeface="+mn-lt"/>
              </a:rPr>
              <a:t>Information Type</a:t>
            </a:r>
            <a:r>
              <a:rPr lang="ja-JP" altLang="en-US" sz="862" dirty="0">
                <a:latin typeface="+mn-lt"/>
              </a:rPr>
              <a:t>： ○○○○○○○</a:t>
            </a:r>
            <a:br>
              <a:rPr lang="en-US" altLang="ja-JP" sz="862" dirty="0">
                <a:latin typeface="+mn-lt"/>
              </a:rPr>
            </a:br>
            <a:r>
              <a:rPr lang="en-US" altLang="ja-JP" sz="862" dirty="0">
                <a:latin typeface="+mn-lt"/>
              </a:rPr>
              <a:t>Company Name</a:t>
            </a:r>
            <a:r>
              <a:rPr lang="ja-JP" altLang="en-US" sz="862" dirty="0">
                <a:latin typeface="+mn-lt"/>
              </a:rPr>
              <a:t> ： ○○○○○○</a:t>
            </a:r>
            <a:br>
              <a:rPr lang="en-US" altLang="ja-JP" sz="862" dirty="0">
                <a:latin typeface="+mn-lt"/>
              </a:rPr>
            </a:br>
            <a:r>
              <a:rPr lang="en-US" altLang="ja-JP" sz="862" dirty="0">
                <a:latin typeface="+mn-lt"/>
              </a:rPr>
              <a:t>Information Owner</a:t>
            </a:r>
            <a:r>
              <a:rPr lang="ja-JP" altLang="en-US" sz="862" dirty="0">
                <a:latin typeface="+mn-lt"/>
              </a:rPr>
              <a:t> ： ○○○○○○○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446806" y="998449"/>
            <a:ext cx="1291854" cy="471219"/>
          </a:xfrm>
          <a:prstGeom prst="rect">
            <a:avLst/>
          </a:prstGeom>
          <a:effectLst/>
        </p:spPr>
        <p:txBody>
          <a:bodyPr wrap="none" lIns="0" rIns="110769" anchor="t">
            <a:spAutoFit/>
          </a:bodyPr>
          <a:lstStyle>
            <a:lvl1pPr marL="0" indent="0" algn="l" defTabSz="609555" rtl="0" eaLnBrk="1" fontAlgn="base" hangingPunct="1"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1" sz="1400" b="0" i="0" kern="1200" baseline="0">
                <a:solidFill>
                  <a:schemeClr val="bg1"/>
                </a:solidFill>
                <a:latin typeface="HGPGothicE" charset="-128"/>
                <a:ea typeface="HGPGothicE" charset="-128"/>
                <a:cs typeface="HGPGothicE" charset="-128"/>
              </a:defRPr>
            </a:lvl1pPr>
            <a:lvl2pPr marL="609555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400" kern="1200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2pPr>
            <a:lvl3pPr marL="1219110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400" kern="1200">
                <a:solidFill>
                  <a:schemeClr val="bg1"/>
                </a:solidFill>
                <a:latin typeface="MS PGothic" charset="-128"/>
                <a:ea typeface="MS PGothic" charset="-128"/>
                <a:cs typeface="MS PGothic" charset="-128"/>
              </a:defRPr>
            </a:lvl3pPr>
            <a:lvl4pPr marL="1828664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438218" indent="0" algn="l" defTabSz="609555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047772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327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880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435" indent="0" algn="l" defTabSz="609555" rtl="0" eaLnBrk="1" latinLnBrk="0" hangingPunct="1">
              <a:spcBef>
                <a:spcPct val="20000"/>
              </a:spcBef>
              <a:buFont typeface="Arial"/>
              <a:buNone/>
              <a:defRPr kumimoji="1"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462" dirty="0" err="1">
                <a:latin typeface="+mn-lt"/>
              </a:rPr>
              <a:t>Veoneer</a:t>
            </a:r>
            <a:endParaRPr lang="en-US" altLang="ja-JP" sz="2462" dirty="0">
              <a:latin typeface="+mn-lt"/>
            </a:endParaRPr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19673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69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3506851" y="908721"/>
            <a:ext cx="7995290" cy="525640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ja-JP" sz="2000" dirty="0"/>
              <a:t>1. The team behind the framework</a:t>
            </a:r>
          </a:p>
          <a:p>
            <a:pPr>
              <a:lnSpc>
                <a:spcPct val="150000"/>
              </a:lnSpc>
            </a:pPr>
            <a:r>
              <a:rPr lang="en-US" altLang="ja-JP" sz="2000" dirty="0"/>
              <a:t>2. Framework description</a:t>
            </a:r>
            <a:endParaRPr lang="en-US" altLang="ja-JP" sz="2000" dirty="0">
              <a:latin typeface="HGPGothicE" charset="-128"/>
            </a:endParaRP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lt"/>
              </a:rPr>
              <a:t>The concept</a:t>
            </a: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lt"/>
              </a:rPr>
              <a:t>Framework Layers</a:t>
            </a: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lt"/>
              </a:rPr>
              <a:t>Structure of ACTION</a:t>
            </a: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lt"/>
              </a:rPr>
              <a:t>Structure of EXPECTED</a:t>
            </a: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lt"/>
              </a:rPr>
              <a:t>Generated test report</a:t>
            </a: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lt"/>
              </a:rPr>
              <a:t>Modularity</a:t>
            </a: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lt"/>
                <a:ea typeface="HGPGothicE" panose="020B0900000000000000" pitchFamily="34" charset="-128"/>
              </a:rPr>
              <a:t>Test template examples</a:t>
            </a: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lt"/>
              </a:rPr>
              <a:t>Debug support</a:t>
            </a:r>
            <a:endParaRPr lang="en-US" altLang="ja-JP" sz="1800" dirty="0">
              <a:latin typeface="+mn-lt"/>
              <a:ea typeface="HGPGothicE" panose="020B0900000000000000" pitchFamily="34" charset="-128"/>
            </a:endParaRP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 err="1">
                <a:latin typeface="+mn-lt"/>
                <a:ea typeface="HGPGothicE" panose="020B0900000000000000" pitchFamily="34" charset="-128"/>
              </a:rPr>
              <a:t>Doxygen</a:t>
            </a:r>
            <a:r>
              <a:rPr lang="en-US" altLang="ja-JP" sz="1800" dirty="0">
                <a:latin typeface="+mn-lt"/>
                <a:ea typeface="HGPGothicE" panose="020B0900000000000000" pitchFamily="34" charset="-128"/>
              </a:rPr>
              <a:t> documentation</a:t>
            </a:r>
          </a:p>
          <a:p>
            <a:pPr marL="1093140" lvl="1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lt"/>
                <a:ea typeface="HGPGothicE" panose="020B0900000000000000" pitchFamily="34" charset="-128"/>
              </a:rPr>
              <a:t>Naming conventions</a:t>
            </a:r>
          </a:p>
          <a:p>
            <a:pPr>
              <a:lnSpc>
                <a:spcPct val="150000"/>
              </a:lnSpc>
            </a:pPr>
            <a:r>
              <a:rPr lang="en-US" altLang="ja-JP" sz="2000" dirty="0"/>
              <a:t>3. Version 1.0: Status and release notes</a:t>
            </a:r>
          </a:p>
          <a:p>
            <a:pPr>
              <a:lnSpc>
                <a:spcPct val="150000"/>
              </a:lnSpc>
            </a:pPr>
            <a:r>
              <a:rPr lang="en-US" altLang="ja-JP" sz="2000" dirty="0"/>
              <a:t>4. Version 2.0: Planning</a:t>
            </a:r>
          </a:p>
          <a:p>
            <a:pPr>
              <a:lnSpc>
                <a:spcPct val="150000"/>
              </a:lnSpc>
            </a:pPr>
            <a:r>
              <a:rPr lang="en-US" altLang="ja-JP" sz="2000" dirty="0"/>
              <a:t>5. Questions &amp; Feedback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Agenda</a:t>
            </a:r>
            <a:endParaRPr kumimoji="1" lang="ja-JP" altLang="en-US" dirty="0"/>
          </a:p>
        </p:txBody>
      </p:sp>
      <p:sp>
        <p:nvSpPr>
          <p:cNvPr id="4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latin typeface="Arial" panose="020B0604020202020204" pitchFamily="34" charset="0"/>
              </a:rPr>
              <a:t>Veoneer</a:t>
            </a:r>
            <a:endParaRPr lang="ro-RO" sz="738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65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The team</a:t>
            </a:r>
            <a:endParaRPr kumimoji="1" lang="ja-JP" alt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9623BAA-DD39-4862-A572-3FC3D23E08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454422"/>
              </p:ext>
            </p:extLst>
          </p:nvPr>
        </p:nvGraphicFramePr>
        <p:xfrm>
          <a:off x="665163" y="908050"/>
          <a:ext cx="11007725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6BA7575-FBA9-4B65-BDB8-A2C75FE881FE}"/>
              </a:ext>
            </a:extLst>
          </p:cNvPr>
          <p:cNvSpPr/>
          <p:nvPr/>
        </p:nvSpPr>
        <p:spPr>
          <a:xfrm>
            <a:off x="4094922" y="1081377"/>
            <a:ext cx="39756" cy="3228230"/>
          </a:xfrm>
          <a:custGeom>
            <a:avLst/>
            <a:gdLst>
              <a:gd name="connsiteX0" fmla="*/ 0 w 39756"/>
              <a:gd name="connsiteY0" fmla="*/ 0 h 3228230"/>
              <a:gd name="connsiteX1" fmla="*/ 39756 w 39756"/>
              <a:gd name="connsiteY1" fmla="*/ 3228230 h 322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756" h="3228230">
                <a:moveTo>
                  <a:pt x="0" y="0"/>
                </a:moveTo>
                <a:cubicBezTo>
                  <a:pt x="9276" y="1574358"/>
                  <a:pt x="18553" y="3148717"/>
                  <a:pt x="39756" y="3228230"/>
                </a:cubicBezTo>
              </a:path>
            </a:pathLst>
          </a:cu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F29D91E-03EE-4717-A3BF-3A07CE1FEE77}"/>
              </a:ext>
            </a:extLst>
          </p:cNvPr>
          <p:cNvSpPr/>
          <p:nvPr/>
        </p:nvSpPr>
        <p:spPr>
          <a:xfrm>
            <a:off x="4627659" y="818984"/>
            <a:ext cx="6400800" cy="5494352"/>
          </a:xfrm>
          <a:custGeom>
            <a:avLst/>
            <a:gdLst>
              <a:gd name="connsiteX0" fmla="*/ 39757 w 6400800"/>
              <a:gd name="connsiteY0" fmla="*/ 0 h 5494352"/>
              <a:gd name="connsiteX1" fmla="*/ 39757 w 6400800"/>
              <a:gd name="connsiteY1" fmla="*/ 3570136 h 5494352"/>
              <a:gd name="connsiteX2" fmla="*/ 3156668 w 6400800"/>
              <a:gd name="connsiteY2" fmla="*/ 3570136 h 5494352"/>
              <a:gd name="connsiteX3" fmla="*/ 3156668 w 6400800"/>
              <a:gd name="connsiteY3" fmla="*/ 5494352 h 5494352"/>
              <a:gd name="connsiteX4" fmla="*/ 6400800 w 6400800"/>
              <a:gd name="connsiteY4" fmla="*/ 5494352 h 5494352"/>
              <a:gd name="connsiteX5" fmla="*/ 6400800 w 6400800"/>
              <a:gd name="connsiteY5" fmla="*/ 3538331 h 5494352"/>
              <a:gd name="connsiteX6" fmla="*/ 4707172 w 6400800"/>
              <a:gd name="connsiteY6" fmla="*/ 3538331 h 5494352"/>
              <a:gd name="connsiteX7" fmla="*/ 4707172 w 6400800"/>
              <a:gd name="connsiteY7" fmla="*/ 0 h 5494352"/>
              <a:gd name="connsiteX8" fmla="*/ 0 w 6400800"/>
              <a:gd name="connsiteY8" fmla="*/ 0 h 5494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00800" h="5494352">
                <a:moveTo>
                  <a:pt x="39757" y="0"/>
                </a:moveTo>
                <a:lnTo>
                  <a:pt x="39757" y="3570136"/>
                </a:lnTo>
                <a:lnTo>
                  <a:pt x="3156668" y="3570136"/>
                </a:lnTo>
                <a:lnTo>
                  <a:pt x="3156668" y="5494352"/>
                </a:lnTo>
                <a:lnTo>
                  <a:pt x="6400800" y="5494352"/>
                </a:lnTo>
                <a:lnTo>
                  <a:pt x="6400800" y="3538331"/>
                </a:lnTo>
                <a:lnTo>
                  <a:pt x="4707172" y="3538331"/>
                </a:lnTo>
                <a:lnTo>
                  <a:pt x="4707172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D02B53B-0F94-4A1B-9D79-70AD32C770F5}"/>
              </a:ext>
            </a:extLst>
          </p:cNvPr>
          <p:cNvSpPr/>
          <p:nvPr/>
        </p:nvSpPr>
        <p:spPr>
          <a:xfrm>
            <a:off x="4667416" y="803082"/>
            <a:ext cx="6432605" cy="5454595"/>
          </a:xfrm>
          <a:custGeom>
            <a:avLst/>
            <a:gdLst>
              <a:gd name="connsiteX0" fmla="*/ 0 w 6432605"/>
              <a:gd name="connsiteY0" fmla="*/ 0 h 5454595"/>
              <a:gd name="connsiteX1" fmla="*/ 0 w 6432605"/>
              <a:gd name="connsiteY1" fmla="*/ 3578087 h 5454595"/>
              <a:gd name="connsiteX2" fmla="*/ 3077154 w 6432605"/>
              <a:gd name="connsiteY2" fmla="*/ 3578087 h 5454595"/>
              <a:gd name="connsiteX3" fmla="*/ 3077154 w 6432605"/>
              <a:gd name="connsiteY3" fmla="*/ 5454595 h 5454595"/>
              <a:gd name="connsiteX4" fmla="*/ 6432605 w 6432605"/>
              <a:gd name="connsiteY4" fmla="*/ 5454595 h 5454595"/>
              <a:gd name="connsiteX5" fmla="*/ 6432605 w 6432605"/>
              <a:gd name="connsiteY5" fmla="*/ 23854 h 5454595"/>
              <a:gd name="connsiteX6" fmla="*/ 0 w 6432605"/>
              <a:gd name="connsiteY6" fmla="*/ 0 h 545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32605" h="5454595">
                <a:moveTo>
                  <a:pt x="0" y="0"/>
                </a:moveTo>
                <a:lnTo>
                  <a:pt x="0" y="3578087"/>
                </a:lnTo>
                <a:lnTo>
                  <a:pt x="3077154" y="3578087"/>
                </a:lnTo>
                <a:lnTo>
                  <a:pt x="3077154" y="5454595"/>
                </a:lnTo>
                <a:lnTo>
                  <a:pt x="6432605" y="5454595"/>
                </a:lnTo>
                <a:lnTo>
                  <a:pt x="6432605" y="23854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6ABAB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7E07D2-A739-486B-BAD1-BEC719E530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8111" y="908050"/>
            <a:ext cx="1881491" cy="260910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D39556-8A28-400C-BF4F-33F63C961CE5}"/>
              </a:ext>
            </a:extLst>
          </p:cNvPr>
          <p:cNvSpPr/>
          <p:nvPr/>
        </p:nvSpPr>
        <p:spPr>
          <a:xfrm>
            <a:off x="818984" y="795130"/>
            <a:ext cx="6798366" cy="5462547"/>
          </a:xfrm>
          <a:custGeom>
            <a:avLst/>
            <a:gdLst>
              <a:gd name="connsiteX0" fmla="*/ 3760967 w 6798366"/>
              <a:gd name="connsiteY0" fmla="*/ 0 h 5462547"/>
              <a:gd name="connsiteX1" fmla="*/ 3760967 w 6798366"/>
              <a:gd name="connsiteY1" fmla="*/ 3808675 h 5462547"/>
              <a:gd name="connsiteX2" fmla="*/ 6798366 w 6798366"/>
              <a:gd name="connsiteY2" fmla="*/ 3808675 h 5462547"/>
              <a:gd name="connsiteX3" fmla="*/ 6798366 w 6798366"/>
              <a:gd name="connsiteY3" fmla="*/ 5462547 h 5462547"/>
              <a:gd name="connsiteX4" fmla="*/ 0 w 6798366"/>
              <a:gd name="connsiteY4" fmla="*/ 5462547 h 5462547"/>
              <a:gd name="connsiteX5" fmla="*/ 0 w 6798366"/>
              <a:gd name="connsiteY5" fmla="*/ 23854 h 5462547"/>
              <a:gd name="connsiteX6" fmla="*/ 3760967 w 6798366"/>
              <a:gd name="connsiteY6" fmla="*/ 0 h 546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8366" h="5462547">
                <a:moveTo>
                  <a:pt x="3760967" y="0"/>
                </a:moveTo>
                <a:lnTo>
                  <a:pt x="3760967" y="3808675"/>
                </a:lnTo>
                <a:lnTo>
                  <a:pt x="6798366" y="3808675"/>
                </a:lnTo>
                <a:lnTo>
                  <a:pt x="6798366" y="5462547"/>
                </a:lnTo>
                <a:lnTo>
                  <a:pt x="0" y="5462547"/>
                </a:lnTo>
                <a:lnTo>
                  <a:pt x="0" y="23854"/>
                </a:lnTo>
                <a:lnTo>
                  <a:pt x="3760967" y="0"/>
                </a:lnTo>
                <a:close/>
              </a:path>
            </a:pathLst>
          </a:custGeom>
          <a:noFill/>
          <a:ln w="28575">
            <a:solidFill>
              <a:srgbClr val="6785C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172A11-1697-474D-9E49-A09E757B02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387" y="908050"/>
            <a:ext cx="1787056" cy="26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0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Framework description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70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The concept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ja-JP" dirty="0"/>
          </a:p>
          <a:p>
            <a:pPr algn="just"/>
            <a:r>
              <a:rPr lang="en-US" altLang="ja-JP" dirty="0"/>
              <a:t>Projects </a:t>
            </a:r>
            <a:r>
              <a:rPr kumimoji="1" lang="en-US" altLang="ja-JP" dirty="0"/>
              <a:t>in general are clearly not identical to one another. </a:t>
            </a:r>
          </a:p>
          <a:p>
            <a:pPr algn="just"/>
            <a:endParaRPr kumimoji="1" lang="en-US" altLang="ja-JP" dirty="0"/>
          </a:p>
          <a:p>
            <a:pPr algn="just"/>
            <a:r>
              <a:rPr kumimoji="1" lang="en-US" altLang="ja-JP" dirty="0"/>
              <a:t>However, some activities are general in certain domains, such as ADAS Testing,</a:t>
            </a:r>
            <a:r>
              <a:rPr lang="en-US" altLang="ja-JP" dirty="0"/>
              <a:t> and must be done within multiple projects in that niche.</a:t>
            </a:r>
            <a:endParaRPr kumimoji="1" lang="en-US" altLang="ja-JP" dirty="0"/>
          </a:p>
          <a:p>
            <a:pPr algn="just"/>
            <a:endParaRPr kumimoji="1" lang="en-US" altLang="ja-JP" dirty="0"/>
          </a:p>
          <a:p>
            <a:pPr algn="just"/>
            <a:r>
              <a:rPr kumimoji="1" lang="en-US" altLang="ja-JP" dirty="0"/>
              <a:t>The main objective of the framework is to integrate the identified </a:t>
            </a:r>
            <a:r>
              <a:rPr kumimoji="1" lang="en-US" altLang="ja-JP" b="1" dirty="0"/>
              <a:t>generic</a:t>
            </a:r>
            <a:r>
              <a:rPr kumimoji="1" lang="en-US" altLang="ja-JP" dirty="0"/>
              <a:t> </a:t>
            </a:r>
            <a:r>
              <a:rPr kumimoji="1" lang="en-US" altLang="ja-JP" b="1" dirty="0"/>
              <a:t>testing</a:t>
            </a:r>
            <a:r>
              <a:rPr kumimoji="1" lang="en-US" altLang="ja-JP" dirty="0"/>
              <a:t> parts from </a:t>
            </a:r>
            <a:r>
              <a:rPr lang="en-US" altLang="ja-JP" dirty="0"/>
              <a:t>such</a:t>
            </a:r>
            <a:r>
              <a:rPr kumimoji="1" lang="en-US" altLang="ja-JP" dirty="0"/>
              <a:t> projects. </a:t>
            </a:r>
          </a:p>
          <a:p>
            <a:pPr algn="just"/>
            <a:endParaRPr kumimoji="1" lang="en-US" altLang="ja-JP" dirty="0"/>
          </a:p>
          <a:p>
            <a:pPr algn="just"/>
            <a:r>
              <a:rPr kumimoji="1" lang="en-US" altLang="ja-JP" dirty="0"/>
              <a:t>The framework can then be applied and </a:t>
            </a:r>
            <a:r>
              <a:rPr lang="en-US" altLang="ja-JP" dirty="0"/>
              <a:t>used within multiple projects, through a test template which is robust, easy to learn and generates automatic detailed test reports</a:t>
            </a:r>
            <a:r>
              <a:rPr kumimoji="1" lang="en-US" altLang="ja-JP" dirty="0"/>
              <a:t>.</a:t>
            </a:r>
          </a:p>
          <a:p>
            <a:pPr algn="just"/>
            <a:endParaRPr kumimoji="1" lang="en-US" altLang="ja-JP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66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Framework layers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193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Layers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A9F86-CAD4-40EA-BF8F-1157EF98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21" y="1412553"/>
            <a:ext cx="2295845" cy="42487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E09C92-E54A-4065-9241-EC12FD40453B}"/>
              </a:ext>
            </a:extLst>
          </p:cNvPr>
          <p:cNvSpPr/>
          <p:nvPr/>
        </p:nvSpPr>
        <p:spPr>
          <a:xfrm>
            <a:off x="685800" y="1371600"/>
            <a:ext cx="1828800" cy="914400"/>
          </a:xfrm>
          <a:prstGeom prst="rect">
            <a:avLst/>
          </a:prstGeom>
          <a:noFill/>
          <a:ln w="19050">
            <a:solidFill>
              <a:srgbClr val="00B05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0DFB0-8F1E-4C90-A0A3-CF7CA7ACF37F}"/>
              </a:ext>
            </a:extLst>
          </p:cNvPr>
          <p:cNvSpPr txBox="1"/>
          <p:nvPr/>
        </p:nvSpPr>
        <p:spPr>
          <a:xfrm>
            <a:off x="3164559" y="964577"/>
            <a:ext cx="8866345" cy="187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As a user of the framework, based on the test template rules, you can add a specific test case function, formed of test steps (a test step has a description, one or more </a:t>
            </a:r>
            <a:r>
              <a:rPr lang="en-US" b="1" dirty="0"/>
              <a:t>ACTION(s)</a:t>
            </a:r>
            <a:r>
              <a:rPr lang="en-US" dirty="0"/>
              <a:t> and just one final </a:t>
            </a:r>
            <a:r>
              <a:rPr lang="en-US" b="1" dirty="0"/>
              <a:t>EXPECTED</a:t>
            </a:r>
            <a:r>
              <a:rPr lang="en-US" dirty="0"/>
              <a:t>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Interacts with:</a:t>
            </a:r>
          </a:p>
          <a:p>
            <a:pPr algn="just"/>
            <a:r>
              <a:rPr lang="en-US" dirty="0"/>
              <a:t>- </a:t>
            </a:r>
            <a:r>
              <a:rPr lang="en-US" dirty="0" err="1"/>
              <a:t>testSupportLib</a:t>
            </a:r>
            <a:r>
              <a:rPr lang="en-US" dirty="0"/>
              <a:t> – provides the ACTION and EXPECTED functions (organized on modules);</a:t>
            </a:r>
          </a:p>
          <a:p>
            <a:pPr algn="just"/>
            <a:r>
              <a:rPr lang="en-US" dirty="0"/>
              <a:t>- </a:t>
            </a:r>
            <a:r>
              <a:rPr lang="en-US" dirty="0" err="1"/>
              <a:t>controlLib</a:t>
            </a:r>
            <a:r>
              <a:rPr lang="en-US" dirty="0"/>
              <a:t> – provides the reporting (necessary in order to generate the test report).</a:t>
            </a:r>
          </a:p>
        </p:txBody>
      </p:sp>
    </p:spTree>
    <p:extLst>
      <p:ext uri="{BB962C8B-B14F-4D97-AF65-F5344CB8AC3E}">
        <p14:creationId xmlns:p14="http://schemas.microsoft.com/office/powerpoint/2010/main" val="267921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Layers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A9F86-CAD4-40EA-BF8F-1157EF98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21" y="1412553"/>
            <a:ext cx="2295845" cy="42487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AD25D5-3D28-4E7B-A7DE-6F54ACF165C3}"/>
              </a:ext>
            </a:extLst>
          </p:cNvPr>
          <p:cNvSpPr/>
          <p:nvPr/>
        </p:nvSpPr>
        <p:spPr>
          <a:xfrm>
            <a:off x="1131666" y="2469600"/>
            <a:ext cx="1828800" cy="914400"/>
          </a:xfrm>
          <a:prstGeom prst="rect">
            <a:avLst/>
          </a:prstGeom>
          <a:noFill/>
          <a:ln w="19050">
            <a:solidFill>
              <a:srgbClr val="00B05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E093FD-9563-4A11-9221-1E6B2065C972}"/>
              </a:ext>
            </a:extLst>
          </p:cNvPr>
          <p:cNvSpPr txBox="1"/>
          <p:nvPr/>
        </p:nvSpPr>
        <p:spPr>
          <a:xfrm>
            <a:off x="3112604" y="4336500"/>
            <a:ext cx="8839841" cy="1618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final user of the framework is going to use in the test template, the </a:t>
            </a:r>
            <a:r>
              <a:rPr lang="en-US" b="1" dirty="0"/>
              <a:t>ACTION</a:t>
            </a:r>
            <a:r>
              <a:rPr lang="en-US" dirty="0"/>
              <a:t> and </a:t>
            </a:r>
            <a:r>
              <a:rPr lang="en-US" b="1" dirty="0"/>
              <a:t>EXPECTED</a:t>
            </a:r>
            <a:r>
              <a:rPr lang="en-US" dirty="0"/>
              <a:t> functions provided by this layer, in order to form the test steps.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Interacts with:</a:t>
            </a:r>
          </a:p>
          <a:p>
            <a:pPr algn="just"/>
            <a:r>
              <a:rPr lang="en-US" dirty="0"/>
              <a:t>- </a:t>
            </a:r>
            <a:r>
              <a:rPr lang="en-US" dirty="0" err="1"/>
              <a:t>controlLib</a:t>
            </a:r>
            <a:r>
              <a:rPr lang="en-US" dirty="0"/>
              <a:t> – provides the report functionality and the control functions (organized on modules) used by an A/E function to achieve the required action.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7A0F97-5BA8-451C-A4E8-C8BD19FC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604" y="1458905"/>
            <a:ext cx="2373796" cy="293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47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Layers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A9F86-CAD4-40EA-BF8F-1157EF98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21" y="1412553"/>
            <a:ext cx="2295845" cy="42487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6BE099-9B60-4B34-A46C-2806C1F911D3}"/>
              </a:ext>
            </a:extLst>
          </p:cNvPr>
          <p:cNvSpPr/>
          <p:nvPr/>
        </p:nvSpPr>
        <p:spPr>
          <a:xfrm>
            <a:off x="683258" y="3608877"/>
            <a:ext cx="1828800" cy="914400"/>
          </a:xfrm>
          <a:prstGeom prst="rect">
            <a:avLst/>
          </a:prstGeom>
          <a:noFill/>
          <a:ln w="19050">
            <a:solidFill>
              <a:srgbClr val="00B05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B70F0-5E85-4188-AD27-7C6DBC8961E0}"/>
              </a:ext>
            </a:extLst>
          </p:cNvPr>
          <p:cNvSpPr txBox="1"/>
          <p:nvPr/>
        </p:nvSpPr>
        <p:spPr>
          <a:xfrm>
            <a:off x="2979103" y="945252"/>
            <a:ext cx="8866347" cy="1618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final user is not required to interact with this layer as it contains the back-end logic of the A/E test functions.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Interacts with:</a:t>
            </a:r>
          </a:p>
          <a:p>
            <a:pPr algn="just"/>
            <a:r>
              <a:rPr lang="en-US" dirty="0"/>
              <a:t>- </a:t>
            </a:r>
            <a:r>
              <a:rPr lang="en-US" dirty="0" err="1"/>
              <a:t>baseLib</a:t>
            </a:r>
            <a:r>
              <a:rPr lang="en-US" dirty="0"/>
              <a:t> – provides the base functionality which is general and can be used in any module of the upper layers.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ACE5AF-51A3-4739-ADFE-7A420987F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191" y="2526465"/>
            <a:ext cx="2295844" cy="307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5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Layers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A9F86-CAD4-40EA-BF8F-1157EF98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21" y="1412553"/>
            <a:ext cx="2295845" cy="42487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194ABCC-95E7-4EEC-AE85-1849BF0A80EB}"/>
              </a:ext>
            </a:extLst>
          </p:cNvPr>
          <p:cNvSpPr/>
          <p:nvPr/>
        </p:nvSpPr>
        <p:spPr>
          <a:xfrm>
            <a:off x="687125" y="4746291"/>
            <a:ext cx="1828800" cy="914400"/>
          </a:xfrm>
          <a:prstGeom prst="rect">
            <a:avLst/>
          </a:prstGeom>
          <a:noFill/>
          <a:ln w="19050">
            <a:solidFill>
              <a:srgbClr val="00B05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EE6BC0-B1AF-46BF-8B89-2C4CCD9DECCD}"/>
              </a:ext>
            </a:extLst>
          </p:cNvPr>
          <p:cNvSpPr txBox="1"/>
          <p:nvPr/>
        </p:nvSpPr>
        <p:spPr>
          <a:xfrm>
            <a:off x="3151157" y="2998022"/>
            <a:ext cx="8830747" cy="1364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General base layer where only the general data and non specific functions are present – these can be used in any of the above layers.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Interacts with:</a:t>
            </a:r>
          </a:p>
          <a:p>
            <a:pPr algn="just"/>
            <a:r>
              <a:rPr lang="en-US" dirty="0"/>
              <a:t>- None.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2CAA17-335E-49F9-954A-AD6D3AB2D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970" y="4484353"/>
            <a:ext cx="21145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3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Structure of ACTION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7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6D0270-D747-48EE-BA55-C5C2AE2640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Structure overview of ACTION</a:t>
            </a:r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B8BBD-2230-44E8-86C3-6655D4083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01"/>
            <a:ext cx="12192000" cy="6127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E743BD-8798-4D78-9B1B-50D8862686B2}"/>
              </a:ext>
            </a:extLst>
          </p:cNvPr>
          <p:cNvSpPr txBox="1"/>
          <p:nvPr/>
        </p:nvSpPr>
        <p:spPr>
          <a:xfrm>
            <a:off x="6506611" y="692096"/>
            <a:ext cx="5317588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void </a:t>
            </a:r>
            <a:r>
              <a:rPr lang="en-US" b="1" dirty="0" err="1">
                <a:solidFill>
                  <a:srgbClr val="0070C0"/>
                </a:solidFill>
              </a:rPr>
              <a:t>A</a:t>
            </a:r>
            <a:r>
              <a:rPr lang="en-US" dirty="0" err="1"/>
              <a:t>_</a:t>
            </a:r>
            <a:r>
              <a:rPr lang="en-US" dirty="0" err="1">
                <a:solidFill>
                  <a:srgbClr val="C00000"/>
                </a:solidFill>
              </a:rPr>
              <a:t>DIAG</a:t>
            </a:r>
            <a:r>
              <a:rPr lang="en-US" dirty="0" err="1"/>
              <a:t>_</a:t>
            </a:r>
            <a:r>
              <a:rPr lang="en-US" dirty="0" err="1">
                <a:solidFill>
                  <a:srgbClr val="00B050"/>
                </a:solidFill>
              </a:rPr>
              <a:t>SetTarget</a:t>
            </a:r>
            <a:r>
              <a:rPr lang="en-US" dirty="0"/>
              <a:t>(char </a:t>
            </a:r>
            <a:r>
              <a:rPr lang="en-US" dirty="0" err="1"/>
              <a:t>aECUName</a:t>
            </a:r>
            <a:r>
              <a:rPr lang="en-US" dirty="0"/>
              <a:t>[])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FBF1D7-E070-485D-915B-0305D767B3C5}"/>
              </a:ext>
            </a:extLst>
          </p:cNvPr>
          <p:cNvCxnSpPr>
            <a:cxnSpLocks/>
          </p:cNvCxnSpPr>
          <p:nvPr/>
        </p:nvCxnSpPr>
        <p:spPr>
          <a:xfrm>
            <a:off x="152400" y="914400"/>
            <a:ext cx="5257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13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B8BBD-2230-44E8-86C3-6655D4083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01"/>
            <a:ext cx="12192000" cy="6127199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6D0270-D747-48EE-BA55-C5C2AE2640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Structure overview of ACTION</a:t>
            </a:r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743BD-8798-4D78-9B1B-50D8862686B2}"/>
              </a:ext>
            </a:extLst>
          </p:cNvPr>
          <p:cNvSpPr txBox="1"/>
          <p:nvPr/>
        </p:nvSpPr>
        <p:spPr>
          <a:xfrm>
            <a:off x="2133600" y="1325331"/>
            <a:ext cx="5317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Declare and initialize any local variables needed.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DC7EF-C8CA-4714-BB0D-AB5CAA351814}"/>
              </a:ext>
            </a:extLst>
          </p:cNvPr>
          <p:cNvSpPr/>
          <p:nvPr/>
        </p:nvSpPr>
        <p:spPr>
          <a:xfrm>
            <a:off x="304800" y="1038794"/>
            <a:ext cx="1524000" cy="942406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41562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B8BBD-2230-44E8-86C3-6655D4083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01"/>
            <a:ext cx="12192000" cy="6127199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6D0270-D747-48EE-BA55-C5C2AE2640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Structure overview of ACTION</a:t>
            </a:r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743BD-8798-4D78-9B1B-50D8862686B2}"/>
              </a:ext>
            </a:extLst>
          </p:cNvPr>
          <p:cNvSpPr txBox="1"/>
          <p:nvPr/>
        </p:nvSpPr>
        <p:spPr>
          <a:xfrm>
            <a:off x="3733800" y="2231063"/>
            <a:ext cx="861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Add a descriptive action string to the report file which will be generated – using: </a:t>
            </a:r>
            <a:r>
              <a:rPr lang="en-US" sz="1800" i="1" dirty="0" err="1">
                <a:ea typeface="HGPGothicE" panose="020B0900000000000000" pitchFamily="34" charset="-128"/>
              </a:rPr>
              <a:t>bFctn_REPORTAction</a:t>
            </a:r>
            <a:r>
              <a:rPr lang="en-US" sz="1800" i="1" dirty="0">
                <a:ea typeface="HGPGothicE" panose="020B0900000000000000" pitchFamily="34" charset="-128"/>
              </a:rPr>
              <a:t>(</a:t>
            </a:r>
            <a:r>
              <a:rPr lang="en-US" sz="1800" i="1" dirty="0" err="1">
                <a:ea typeface="HGPGothicE" panose="020B0900000000000000" pitchFamily="34" charset="-128"/>
              </a:rPr>
              <a:t>chAction</a:t>
            </a:r>
            <a:r>
              <a:rPr lang="en-US" sz="1800" i="1" dirty="0">
                <a:ea typeface="HGPGothicE" panose="020B0900000000000000" pitchFamily="34" charset="-128"/>
              </a:rPr>
              <a:t>);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DC7EF-C8CA-4714-BB0D-AB5CAA351814}"/>
              </a:ext>
            </a:extLst>
          </p:cNvPr>
          <p:cNvSpPr/>
          <p:nvPr/>
        </p:nvSpPr>
        <p:spPr>
          <a:xfrm>
            <a:off x="304800" y="2877394"/>
            <a:ext cx="9601200" cy="627806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7167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B8BBD-2230-44E8-86C3-6655D4083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01"/>
            <a:ext cx="12192000" cy="6127199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6D0270-D747-48EE-BA55-C5C2AE2640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Structure overview of ACTION</a:t>
            </a:r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743BD-8798-4D78-9B1B-50D8862686B2}"/>
              </a:ext>
            </a:extLst>
          </p:cNvPr>
          <p:cNvSpPr txBox="1"/>
          <p:nvPr/>
        </p:nvSpPr>
        <p:spPr>
          <a:xfrm>
            <a:off x="3048000" y="2145786"/>
            <a:ext cx="922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Call the control lib function in order to execute the action, based on the provided parameters – check if the action is executed successfully.</a:t>
            </a:r>
          </a:p>
          <a:p>
            <a:r>
              <a:rPr lang="en-US" sz="1800" dirty="0"/>
              <a:t>Example: </a:t>
            </a:r>
            <a:r>
              <a:rPr lang="en-US" dirty="0" err="1"/>
              <a:t>iFctn_FR_SetPoCState</a:t>
            </a:r>
            <a:r>
              <a:rPr lang="en-US" dirty="0"/>
              <a:t>(</a:t>
            </a:r>
            <a:r>
              <a:rPr lang="en-US" dirty="0" err="1"/>
              <a:t>aFlexRayCluster</a:t>
            </a:r>
            <a:r>
              <a:rPr lang="en-US" dirty="0"/>
              <a:t>, </a:t>
            </a:r>
            <a:r>
              <a:rPr lang="en-US" dirty="0" err="1"/>
              <a:t>aRequestedPoCState</a:t>
            </a:r>
            <a:r>
              <a:rPr lang="en-US" dirty="0"/>
              <a:t>, </a:t>
            </a:r>
            <a:r>
              <a:rPr lang="en-US" dirty="0" err="1"/>
              <a:t>chSetPoCStateInfo</a:t>
            </a:r>
            <a:r>
              <a:rPr lang="en-US" dirty="0"/>
              <a:t>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DC7EF-C8CA-4714-BB0D-AB5CAA351814}"/>
              </a:ext>
            </a:extLst>
          </p:cNvPr>
          <p:cNvSpPr/>
          <p:nvPr/>
        </p:nvSpPr>
        <p:spPr>
          <a:xfrm>
            <a:off x="381000" y="3429000"/>
            <a:ext cx="7086600" cy="551607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95250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B8BBD-2230-44E8-86C3-6655D4083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01"/>
            <a:ext cx="12192000" cy="6127199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A6D0270-D747-48EE-BA55-C5C2AE2640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Structure overview of ACTION</a:t>
            </a:r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743BD-8798-4D78-9B1B-50D8862686B2}"/>
              </a:ext>
            </a:extLst>
          </p:cNvPr>
          <p:cNvSpPr txBox="1"/>
          <p:nvPr/>
        </p:nvSpPr>
        <p:spPr>
          <a:xfrm>
            <a:off x="3200400" y="2170093"/>
            <a:ext cx="8942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If the action is successfully executed, write the success string to the test report.</a:t>
            </a:r>
          </a:p>
          <a:p>
            <a:r>
              <a:rPr lang="en-US" sz="1800" dirty="0"/>
              <a:t>If the action failed or an error was encountered, write the fail string to the test report.</a:t>
            </a:r>
          </a:p>
          <a:p>
            <a:r>
              <a:rPr lang="en-US" sz="1800" dirty="0"/>
              <a:t>Example: </a:t>
            </a:r>
            <a:r>
              <a:rPr lang="en-US" sz="1800" i="1" dirty="0" err="1">
                <a:ea typeface="HGPGothicE" panose="020B0900000000000000" pitchFamily="34" charset="-128"/>
              </a:rPr>
              <a:t>vFctn_REPORTActionEvaluation</a:t>
            </a:r>
            <a:r>
              <a:rPr lang="en-US" sz="1800" i="1" dirty="0">
                <a:ea typeface="HGPGothicE" panose="020B0900000000000000" pitchFamily="34" charset="-128"/>
              </a:rPr>
              <a:t>(</a:t>
            </a:r>
            <a:r>
              <a:rPr lang="en-US" sz="1800" i="1" dirty="0" err="1">
                <a:ea typeface="HGPGothicE" panose="020B0900000000000000" pitchFamily="34" charset="-128"/>
              </a:rPr>
              <a:t>chPassText</a:t>
            </a:r>
            <a:r>
              <a:rPr lang="en-US" sz="1800" i="1" dirty="0">
                <a:ea typeface="HGPGothicE" panose="020B0900000000000000" pitchFamily="34" charset="-128"/>
              </a:rPr>
              <a:t>, PASS) </a:t>
            </a:r>
            <a:endParaRPr lang="en-US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DC7EF-C8CA-4714-BB0D-AB5CAA351814}"/>
              </a:ext>
            </a:extLst>
          </p:cNvPr>
          <p:cNvSpPr/>
          <p:nvPr/>
        </p:nvSpPr>
        <p:spPr>
          <a:xfrm>
            <a:off x="457200" y="3739477"/>
            <a:ext cx="8534400" cy="1975523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02596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Structure of EXPECTED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673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769C51-4A32-4682-8890-3BA4E90B9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0800"/>
            <a:ext cx="8496300" cy="5670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893BCC-6D7B-418B-A9CE-10F867D2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0" y="2206916"/>
            <a:ext cx="6580345" cy="993484"/>
          </a:xfrm>
        </p:spPr>
        <p:txBody>
          <a:bodyPr/>
          <a:lstStyle/>
          <a:p>
            <a:pPr algn="just"/>
            <a:r>
              <a:rPr lang="en-US" sz="1800" dirty="0"/>
              <a:t>Since no action string is required, proceed to call the implemented control lib function in order to check the final expected test conclusion;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C592D5-C943-478D-A579-BC8F8E3551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Structure overview of EXPECTED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B9DE08-E9C7-490D-89DC-90F241257D77}"/>
              </a:ext>
            </a:extLst>
          </p:cNvPr>
          <p:cNvSpPr/>
          <p:nvPr/>
        </p:nvSpPr>
        <p:spPr>
          <a:xfrm>
            <a:off x="701040" y="3263540"/>
            <a:ext cx="7086600" cy="68580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5CBAB-B6C9-4021-ABC4-4AD51829F320}"/>
              </a:ext>
            </a:extLst>
          </p:cNvPr>
          <p:cNvSpPr txBox="1"/>
          <p:nvPr/>
        </p:nvSpPr>
        <p:spPr>
          <a:xfrm>
            <a:off x="2286000" y="999934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Example: </a:t>
            </a:r>
          </a:p>
          <a:p>
            <a:r>
              <a:rPr lang="en-US" sz="1800" dirty="0"/>
              <a:t>void </a:t>
            </a:r>
            <a:r>
              <a:rPr lang="en-US" sz="1800" b="1" dirty="0" err="1">
                <a:solidFill>
                  <a:srgbClr val="0070C0"/>
                </a:solidFill>
              </a:rPr>
              <a:t>E</a:t>
            </a:r>
            <a:r>
              <a:rPr lang="en-US" sz="1800" dirty="0" err="1"/>
              <a:t>_</a:t>
            </a:r>
            <a:r>
              <a:rPr lang="en-US" sz="1800" dirty="0" err="1">
                <a:solidFill>
                  <a:srgbClr val="C00000"/>
                </a:solidFill>
              </a:rPr>
              <a:t>DIAG</a:t>
            </a:r>
            <a:r>
              <a:rPr lang="en-US" sz="1800" dirty="0" err="1"/>
              <a:t>_</a:t>
            </a:r>
            <a:r>
              <a:rPr lang="en-US" sz="1800" dirty="0" err="1">
                <a:solidFill>
                  <a:srgbClr val="00B050"/>
                </a:solidFill>
              </a:rPr>
              <a:t>CheckResponseLength</a:t>
            </a:r>
            <a:r>
              <a:rPr lang="en-US" sz="1800" dirty="0"/>
              <a:t>(</a:t>
            </a:r>
            <a:r>
              <a:rPr lang="en-US" sz="1800" dirty="0" err="1"/>
              <a:t>diagRequest</a:t>
            </a:r>
            <a:r>
              <a:rPr lang="en-US" sz="1800" dirty="0"/>
              <a:t> *</a:t>
            </a:r>
            <a:r>
              <a:rPr lang="en-US" sz="1800" dirty="0" err="1"/>
              <a:t>aDiagReq</a:t>
            </a:r>
            <a:r>
              <a:rPr lang="en-US" sz="1800" dirty="0"/>
              <a:t>, long </a:t>
            </a:r>
            <a:r>
              <a:rPr lang="en-US" sz="1800" dirty="0" err="1"/>
              <a:t>aExpectedRespLength</a:t>
            </a:r>
            <a:r>
              <a:rPr lang="en-US" sz="1800" dirty="0"/>
              <a:t>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4AB6DE-57E1-4C5B-8F42-FD2AEC56686C}"/>
              </a:ext>
            </a:extLst>
          </p:cNvPr>
          <p:cNvCxnSpPr>
            <a:cxnSpLocks/>
          </p:cNvCxnSpPr>
          <p:nvPr/>
        </p:nvCxnSpPr>
        <p:spPr>
          <a:xfrm>
            <a:off x="609600" y="924560"/>
            <a:ext cx="5257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5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5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Generated test report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896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D741E0-7C12-4DCC-B133-6F66821CF5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Generated test report</a:t>
            </a:r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BAE68-D704-4F85-8FEC-874CC8171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703" y="1198730"/>
            <a:ext cx="8505402" cy="4460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E9E07F-06C2-4001-9F6A-D743273B5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13" y="1102060"/>
            <a:ext cx="3190620" cy="46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69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Modularity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965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Modularity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ja-JP" dirty="0"/>
              <a:t>The framework is modular, therefore the test support modules are independent of one another. </a:t>
            </a:r>
          </a:p>
          <a:p>
            <a:pPr algn="just"/>
            <a:endParaRPr lang="en-US" altLang="ja-JP" dirty="0"/>
          </a:p>
          <a:p>
            <a:pPr algn="just"/>
            <a:r>
              <a:rPr lang="en-US" altLang="ja-JP" dirty="0"/>
              <a:t>Module selection is simply done by including the desired test support library.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2A482E-A374-484D-8B4B-1D0F11253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626862"/>
            <a:ext cx="8123714" cy="3505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297808-B8AA-49A7-AEDB-E8041E48AFA5}"/>
              </a:ext>
            </a:extLst>
          </p:cNvPr>
          <p:cNvSpPr/>
          <p:nvPr/>
        </p:nvSpPr>
        <p:spPr>
          <a:xfrm>
            <a:off x="2743200" y="4800600"/>
            <a:ext cx="6934200" cy="1148680"/>
          </a:xfrm>
          <a:prstGeom prst="rect">
            <a:avLst/>
          </a:prstGeom>
          <a:noFill/>
          <a:ln w="28575">
            <a:solidFill>
              <a:srgbClr val="00B05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30811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Test template structure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16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72066DF-5015-4386-8680-A2657BFD0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9" y="1316021"/>
            <a:ext cx="10274651" cy="4856179"/>
          </a:xfrm>
          <a:prstGeom prst="rect">
            <a:avLst/>
          </a:prstGeom>
        </p:spPr>
      </p:pic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Test template example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4DD4D-7E0E-4D28-979C-5A0EE2CFB0C1}"/>
              </a:ext>
            </a:extLst>
          </p:cNvPr>
          <p:cNvSpPr txBox="1"/>
          <p:nvPr/>
        </p:nvSpPr>
        <p:spPr>
          <a:xfrm>
            <a:off x="4803527" y="3771060"/>
            <a:ext cx="7467600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Mandatory</a:t>
            </a:r>
            <a:r>
              <a:rPr lang="en-US" dirty="0"/>
              <a:t>: Every test step must have information about the action/expected.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B68A7-E40A-49AE-85C7-37B979431581}"/>
              </a:ext>
            </a:extLst>
          </p:cNvPr>
          <p:cNvSpPr txBox="1"/>
          <p:nvPr/>
        </p:nvSpPr>
        <p:spPr>
          <a:xfrm>
            <a:off x="5010817" y="4497537"/>
            <a:ext cx="6763232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Optional:</a:t>
            </a:r>
            <a:r>
              <a:rPr lang="en-US" dirty="0"/>
              <a:t> Add ACTION(s) to the test step (no limit for how many).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FE4C6E-7227-46E7-A91A-643CA183D05A}"/>
              </a:ext>
            </a:extLst>
          </p:cNvPr>
          <p:cNvSpPr txBox="1"/>
          <p:nvPr/>
        </p:nvSpPr>
        <p:spPr>
          <a:xfrm>
            <a:off x="6288122" y="4721079"/>
            <a:ext cx="5483157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Mandatory:</a:t>
            </a:r>
            <a:r>
              <a:rPr lang="en-US" dirty="0"/>
              <a:t> One final EXPECTED is required at the end of a test step.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D72106-4170-4313-9EFC-B15DF6593CD0}"/>
              </a:ext>
            </a:extLst>
          </p:cNvPr>
          <p:cNvSpPr/>
          <p:nvPr/>
        </p:nvSpPr>
        <p:spPr>
          <a:xfrm>
            <a:off x="375589" y="4084676"/>
            <a:ext cx="11333999" cy="468383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688B3B-550E-4A7E-BF96-5522B51EB8DD}"/>
              </a:ext>
            </a:extLst>
          </p:cNvPr>
          <p:cNvSpPr/>
          <p:nvPr/>
        </p:nvSpPr>
        <p:spPr>
          <a:xfrm>
            <a:off x="372819" y="4536758"/>
            <a:ext cx="4590095" cy="306739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A45F8B-C031-4ACC-BA18-A42F37FCD209}"/>
              </a:ext>
            </a:extLst>
          </p:cNvPr>
          <p:cNvSpPr/>
          <p:nvPr/>
        </p:nvSpPr>
        <p:spPr>
          <a:xfrm>
            <a:off x="375589" y="4800600"/>
            <a:ext cx="5949011" cy="207844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12B8F3-1FB3-4468-B828-EC4F91C89BF3}"/>
              </a:ext>
            </a:extLst>
          </p:cNvPr>
          <p:cNvSpPr/>
          <p:nvPr/>
        </p:nvSpPr>
        <p:spPr>
          <a:xfrm>
            <a:off x="375589" y="1295400"/>
            <a:ext cx="8932077" cy="1622479"/>
          </a:xfrm>
          <a:prstGeom prst="rect">
            <a:avLst/>
          </a:prstGeom>
          <a:noFill/>
          <a:ln w="19050">
            <a:solidFill>
              <a:schemeClr val="tx2">
                <a:lumMod val="50000"/>
                <a:lumOff val="50000"/>
              </a:schemeClr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AB2F7-D3AC-494B-8EC0-12653041581F}"/>
              </a:ext>
            </a:extLst>
          </p:cNvPr>
          <p:cNvSpPr txBox="1"/>
          <p:nvPr/>
        </p:nvSpPr>
        <p:spPr>
          <a:xfrm>
            <a:off x="216404" y="907742"/>
            <a:ext cx="11899395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of the test case functions </a:t>
            </a:r>
            <a:r>
              <a:rPr lang="en-US" b="1" dirty="0"/>
              <a:t>must</a:t>
            </a:r>
            <a:r>
              <a:rPr lang="en-US" dirty="0"/>
              <a:t> have a header specifying </a:t>
            </a:r>
            <a:r>
              <a:rPr lang="en-US" b="1" dirty="0"/>
              <a:t>what is tested</a:t>
            </a:r>
            <a:r>
              <a:rPr lang="en-US" dirty="0"/>
              <a:t>, the </a:t>
            </a:r>
            <a:r>
              <a:rPr lang="en-US" b="1" dirty="0"/>
              <a:t>expected result </a:t>
            </a:r>
            <a:r>
              <a:rPr lang="en-US" dirty="0"/>
              <a:t>and a user revision </a:t>
            </a:r>
            <a:r>
              <a:rPr lang="en-US" b="1" dirty="0"/>
              <a:t>history</a:t>
            </a:r>
            <a:r>
              <a:rPr lang="en-US" dirty="0"/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CB8BC0-4361-483E-AA85-28ECD0F06F37}"/>
              </a:ext>
            </a:extLst>
          </p:cNvPr>
          <p:cNvSpPr/>
          <p:nvPr/>
        </p:nvSpPr>
        <p:spPr>
          <a:xfrm>
            <a:off x="375589" y="2840356"/>
            <a:ext cx="3358210" cy="306739"/>
          </a:xfrm>
          <a:prstGeom prst="rect">
            <a:avLst/>
          </a:prstGeom>
          <a:noFill/>
          <a:ln w="19050">
            <a:solidFill>
              <a:schemeClr val="tx2">
                <a:lumMod val="50000"/>
                <a:lumOff val="50000"/>
              </a:schemeClr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E35CAB-BCA3-4B47-B87A-7516F1BFE53C}"/>
              </a:ext>
            </a:extLst>
          </p:cNvPr>
          <p:cNvSpPr txBox="1"/>
          <p:nvPr/>
        </p:nvSpPr>
        <p:spPr>
          <a:xfrm>
            <a:off x="3733799" y="2845116"/>
            <a:ext cx="7239000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steps are part of a </a:t>
            </a:r>
            <a:r>
              <a:rPr lang="en-US" b="1" dirty="0"/>
              <a:t>test case function</a:t>
            </a:r>
            <a:r>
              <a:rPr lang="en-US" dirty="0"/>
              <a:t>. Be specific when naming it.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771E63-EFB0-4E24-B1C3-F24C5395E983}"/>
              </a:ext>
            </a:extLst>
          </p:cNvPr>
          <p:cNvSpPr/>
          <p:nvPr/>
        </p:nvSpPr>
        <p:spPr>
          <a:xfrm>
            <a:off x="375589" y="3717723"/>
            <a:ext cx="4501211" cy="295395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A90F1F-491C-45CE-AF5C-B8429CA1BD17}"/>
              </a:ext>
            </a:extLst>
          </p:cNvPr>
          <p:cNvSpPr txBox="1"/>
          <p:nvPr/>
        </p:nvSpPr>
        <p:spPr>
          <a:xfrm>
            <a:off x="4803527" y="3371025"/>
            <a:ext cx="6906061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Optional</a:t>
            </a:r>
            <a:r>
              <a:rPr lang="en-US" dirty="0"/>
              <a:t>: Correlate the test case with information from DOORS.</a:t>
            </a:r>
          </a:p>
        </p:txBody>
      </p:sp>
    </p:spTree>
    <p:extLst>
      <p:ext uri="{BB962C8B-B14F-4D97-AF65-F5344CB8AC3E}">
        <p14:creationId xmlns:p14="http://schemas.microsoft.com/office/powerpoint/2010/main" val="64696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14" grpId="0"/>
      <p:bldP spid="16" grpId="0" animBg="1"/>
      <p:bldP spid="16" grpId="1" animBg="1"/>
      <p:bldP spid="15" grpId="0" animBg="1"/>
      <p:bldP spid="15" grpId="1" animBg="1"/>
      <p:bldP spid="9" grpId="0" animBg="1"/>
      <p:bldP spid="19" grpId="0" animBg="1"/>
      <p:bldP spid="19" grpId="1" animBg="1"/>
      <p:bldP spid="20" grpId="0"/>
      <p:bldP spid="20" grpId="1"/>
      <p:bldP spid="21" grpId="0" animBg="1"/>
      <p:bldP spid="21" grpId="1" animBg="1"/>
      <p:bldP spid="22" grpId="0"/>
      <p:bldP spid="22" grpId="1"/>
      <p:bldP spid="23" grpId="0" animBg="1"/>
      <p:bldP spid="23" grpId="1" animBg="1"/>
      <p:bldP spid="24" grpId="0"/>
      <p:bldP spid="2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Correct template usage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75C63F-C53D-42C1-B7F1-71D370261B82}"/>
              </a:ext>
            </a:extLst>
          </p:cNvPr>
          <p:cNvSpPr txBox="1"/>
          <p:nvPr/>
        </p:nvSpPr>
        <p:spPr>
          <a:xfrm>
            <a:off x="8077200" y="1894015"/>
            <a:ext cx="3429000" cy="1109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If no additional </a:t>
            </a:r>
            <a:r>
              <a:rPr lang="en-US" b="1" dirty="0"/>
              <a:t>ACTION</a:t>
            </a:r>
            <a:r>
              <a:rPr lang="en-US" dirty="0"/>
              <a:t>(s) are necessary, a test step is valid even if it’s composed only of a final </a:t>
            </a:r>
            <a:r>
              <a:rPr lang="en-US" b="1" dirty="0"/>
              <a:t>EXPECTED</a:t>
            </a:r>
            <a:r>
              <a:rPr lang="en-US" dirty="0"/>
              <a:t> function.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930852-6397-42DF-AEB0-CC992A82A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55121"/>
            <a:ext cx="7367588" cy="24623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17A658A-012B-4B6B-8856-90095B96C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34118"/>
            <a:ext cx="6298721" cy="24839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65AB594-8A35-4845-A1CC-0EAB49231EA3}"/>
              </a:ext>
            </a:extLst>
          </p:cNvPr>
          <p:cNvSpPr txBox="1"/>
          <p:nvPr/>
        </p:nvSpPr>
        <p:spPr>
          <a:xfrm>
            <a:off x="8077200" y="4953000"/>
            <a:ext cx="3429000" cy="855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Mixing </a:t>
            </a:r>
            <a:r>
              <a:rPr lang="en-US" b="1" dirty="0"/>
              <a:t>ACTIONS</a:t>
            </a:r>
            <a:r>
              <a:rPr lang="en-US" dirty="0"/>
              <a:t> from different libraries are allowed. These are individually evaluated.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047B06D-F928-411D-8CF0-7E8AC7569F3D}"/>
              </a:ext>
            </a:extLst>
          </p:cNvPr>
          <p:cNvCxnSpPr/>
          <p:nvPr/>
        </p:nvCxnSpPr>
        <p:spPr>
          <a:xfrm>
            <a:off x="533400" y="2448911"/>
            <a:ext cx="2133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0068DF8-CDFF-4D42-830E-B2C508905DB8}"/>
              </a:ext>
            </a:extLst>
          </p:cNvPr>
          <p:cNvCxnSpPr>
            <a:cxnSpLocks/>
          </p:cNvCxnSpPr>
          <p:nvPr/>
        </p:nvCxnSpPr>
        <p:spPr>
          <a:xfrm>
            <a:off x="533400" y="3276600"/>
            <a:ext cx="299696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12842876-2FBF-45AF-9090-CD882DC759FC}"/>
              </a:ext>
            </a:extLst>
          </p:cNvPr>
          <p:cNvSpPr/>
          <p:nvPr/>
        </p:nvSpPr>
        <p:spPr>
          <a:xfrm>
            <a:off x="6553200" y="5029200"/>
            <a:ext cx="228600" cy="990600"/>
          </a:xfrm>
          <a:prstGeom prst="rightBrace">
            <a:avLst/>
          </a:prstGeom>
          <a:noFill/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Incorrect template usage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C9DD5-1F9E-4AE5-804F-1E0963AB9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54" y="882052"/>
            <a:ext cx="6372554" cy="1409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4103F0-3B53-48D1-8A09-12EE29D24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54" y="4374458"/>
            <a:ext cx="6163993" cy="1970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3EEFC3-FFEE-4FB9-94BF-1D76EAA0E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55" y="2395686"/>
            <a:ext cx="6163993" cy="18485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9A75A0-C03F-480C-A25A-F417ED6E21AF}"/>
              </a:ext>
            </a:extLst>
          </p:cNvPr>
          <p:cNvSpPr txBox="1"/>
          <p:nvPr/>
        </p:nvSpPr>
        <p:spPr>
          <a:xfrm>
            <a:off x="7924800" y="1261671"/>
            <a:ext cx="3733800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Every new test step must start with: </a:t>
            </a:r>
            <a:r>
              <a:rPr lang="en-US" b="1" dirty="0" err="1"/>
              <a:t>TestStepAddActionExpected</a:t>
            </a:r>
            <a:r>
              <a:rPr lang="en-US" dirty="0"/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60B47-EA73-49BE-802C-AC5B7D41D19F}"/>
              </a:ext>
            </a:extLst>
          </p:cNvPr>
          <p:cNvSpPr txBox="1"/>
          <p:nvPr/>
        </p:nvSpPr>
        <p:spPr>
          <a:xfrm>
            <a:off x="7924800" y="3319985"/>
            <a:ext cx="3733800" cy="1109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</a:t>
            </a:r>
            <a:r>
              <a:rPr lang="en-US" b="1" dirty="0"/>
              <a:t> EXPECTED</a:t>
            </a:r>
            <a:r>
              <a:rPr lang="en-US" dirty="0"/>
              <a:t> must be the final conclusion/evaluation of a test step. It basically marks the end of that specific test step.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845C40-CF05-4A22-AB9E-E70B6A8A5280}"/>
              </a:ext>
            </a:extLst>
          </p:cNvPr>
          <p:cNvSpPr txBox="1"/>
          <p:nvPr/>
        </p:nvSpPr>
        <p:spPr>
          <a:xfrm>
            <a:off x="7924800" y="5334000"/>
            <a:ext cx="3733800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It is not allowed to use more than one </a:t>
            </a:r>
            <a:r>
              <a:rPr lang="en-US" b="1" dirty="0"/>
              <a:t>EXPECTED</a:t>
            </a:r>
            <a:r>
              <a:rPr lang="en-US" dirty="0"/>
              <a:t> in the same test step.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501A25-A332-46A7-A977-8D28639F998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286000" y="1562202"/>
            <a:ext cx="56388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3A2ACA-C812-47E0-9A73-8F0AA8A1F4F9}"/>
              </a:ext>
            </a:extLst>
          </p:cNvPr>
          <p:cNvCxnSpPr/>
          <p:nvPr/>
        </p:nvCxnSpPr>
        <p:spPr>
          <a:xfrm>
            <a:off x="609600" y="3886200"/>
            <a:ext cx="1981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B1A506A-1339-4016-ACF4-E54F5A5521B7}"/>
              </a:ext>
            </a:extLst>
          </p:cNvPr>
          <p:cNvCxnSpPr>
            <a:cxnSpLocks/>
          </p:cNvCxnSpPr>
          <p:nvPr/>
        </p:nvCxnSpPr>
        <p:spPr>
          <a:xfrm>
            <a:off x="609600" y="4029075"/>
            <a:ext cx="13716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3755D76-B0D3-4622-8D15-A3789D9348C5}"/>
              </a:ext>
            </a:extLst>
          </p:cNvPr>
          <p:cNvCxnSpPr/>
          <p:nvPr/>
        </p:nvCxnSpPr>
        <p:spPr>
          <a:xfrm>
            <a:off x="609600" y="6019800"/>
            <a:ext cx="1981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795369A-4E5F-4F7C-A1EA-42B70DE37C58}"/>
              </a:ext>
            </a:extLst>
          </p:cNvPr>
          <p:cNvCxnSpPr/>
          <p:nvPr/>
        </p:nvCxnSpPr>
        <p:spPr>
          <a:xfrm>
            <a:off x="609600" y="6172200"/>
            <a:ext cx="1981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36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just"/>
            <a:r>
              <a:rPr kumimoji="1" lang="en-US" altLang="ja-JP" dirty="0"/>
              <a:t>Incorrect template usage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just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2D4251-59F5-44D1-986F-8A4EBF0C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16" y="2286000"/>
            <a:ext cx="10200567" cy="31706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D558B-B984-4DED-B8CA-2EC00BF6D83C}"/>
              </a:ext>
            </a:extLst>
          </p:cNvPr>
          <p:cNvSpPr txBox="1"/>
          <p:nvPr/>
        </p:nvSpPr>
        <p:spPr>
          <a:xfrm>
            <a:off x="461301" y="1456064"/>
            <a:ext cx="11269395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In case that a test step is identified as incorrect, the test is going to fail and an error message is written in the generated test report: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485DF5-5AAC-41D5-B5B6-0EFB1EE87F07}"/>
              </a:ext>
            </a:extLst>
          </p:cNvPr>
          <p:cNvSpPr/>
          <p:nvPr/>
        </p:nvSpPr>
        <p:spPr>
          <a:xfrm>
            <a:off x="2133600" y="4982760"/>
            <a:ext cx="9062683" cy="427440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3916254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Debug support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303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Global debug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>
          <a:xfrm>
            <a:off x="664621" y="908720"/>
            <a:ext cx="11008183" cy="920080"/>
          </a:xfrm>
        </p:spPr>
        <p:txBody>
          <a:bodyPr/>
          <a:lstStyle/>
          <a:p>
            <a:pPr algn="just"/>
            <a:r>
              <a:rPr kumimoji="1" lang="en-US" altLang="ja-JP" dirty="0"/>
              <a:t>There are 2 ways in which the framework offers debugging support (helpful messages will be displayed in the </a:t>
            </a:r>
            <a:r>
              <a:rPr kumimoji="1" lang="en-US" altLang="ja-JP" dirty="0" err="1"/>
              <a:t>CANoe’s</a:t>
            </a:r>
            <a:r>
              <a:rPr kumimoji="1" lang="en-US" altLang="ja-JP" dirty="0"/>
              <a:t> Write window).</a:t>
            </a:r>
            <a:endParaRPr lang="en-US" altLang="ja-JP" dirty="0"/>
          </a:p>
          <a:p>
            <a:pPr marL="457200" indent="-457200">
              <a:buAutoNum type="arabicPeriod"/>
            </a:pPr>
            <a:endParaRPr lang="en-US" altLang="ja-JP" dirty="0"/>
          </a:p>
          <a:p>
            <a:pPr marL="457200" indent="-457200">
              <a:buAutoNum type="arabicPeriod"/>
            </a:pPr>
            <a:endParaRPr lang="en-US" altLang="ja-JP" dirty="0"/>
          </a:p>
          <a:p>
            <a:pPr marL="457200" indent="-457200">
              <a:buAutoNum type="arabicPeriod"/>
            </a:pPr>
            <a:endParaRPr lang="en-US" altLang="ja-JP" dirty="0"/>
          </a:p>
          <a:p>
            <a:pPr marL="457200" indent="-457200">
              <a:buAutoNum type="arabicPeriod"/>
            </a:pPr>
            <a:endParaRPr lang="en-US" altLang="ja-JP" dirty="0"/>
          </a:p>
          <a:p>
            <a:pPr marL="457200" indent="-457200">
              <a:buAutoNum type="arabicPeriod"/>
            </a:pPr>
            <a:endParaRPr lang="en-US" altLang="ja-JP" dirty="0"/>
          </a:p>
          <a:p>
            <a:pPr marL="457200" indent="-457200">
              <a:buAutoNum type="arabicPeriod"/>
            </a:pPr>
            <a:endParaRPr lang="en-US" altLang="ja-JP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6AA0E5-1B90-4D00-8EC5-82EDED1D0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55" y="2084415"/>
            <a:ext cx="11451179" cy="26891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2516F1-06A6-4E1B-93DE-0C3F39986150}"/>
              </a:ext>
            </a:extLst>
          </p:cNvPr>
          <p:cNvSpPr/>
          <p:nvPr/>
        </p:nvSpPr>
        <p:spPr>
          <a:xfrm>
            <a:off x="855134" y="3327745"/>
            <a:ext cx="2362200" cy="304800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5BCAF-322A-4FEE-A616-971255E8F845}"/>
              </a:ext>
            </a:extLst>
          </p:cNvPr>
          <p:cNvSpPr txBox="1"/>
          <p:nvPr/>
        </p:nvSpPr>
        <p:spPr>
          <a:xfrm>
            <a:off x="6424079" y="2417067"/>
            <a:ext cx="3439590" cy="1364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Arguments:</a:t>
            </a:r>
          </a:p>
          <a:p>
            <a:r>
              <a:rPr lang="en-US" dirty="0"/>
              <a:t>- </a:t>
            </a:r>
            <a:r>
              <a:rPr lang="en-US" dirty="0" err="1"/>
              <a:t>DebugOff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DebugFuncCalls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DebugFuncParam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DebugFuncInternal</a:t>
            </a:r>
            <a:endParaRPr lang="en-US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71247CC-39D7-4519-9266-602251FB8FD2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3217334" y="3099145"/>
            <a:ext cx="3206745" cy="381000"/>
          </a:xfrm>
          <a:prstGeom prst="bentConnector3">
            <a:avLst>
              <a:gd name="adj1" fmla="val 89604"/>
            </a:avLst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0650E9-DA3F-4741-9FC4-A205040FFC4D}"/>
              </a:ext>
            </a:extLst>
          </p:cNvPr>
          <p:cNvSpPr txBox="1"/>
          <p:nvPr/>
        </p:nvSpPr>
        <p:spPr>
          <a:xfrm>
            <a:off x="664621" y="5029861"/>
            <a:ext cx="10978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This method has an effect upon all existing debug messages in every layer and library of the generic framework.</a:t>
            </a:r>
          </a:p>
        </p:txBody>
      </p:sp>
    </p:spTree>
    <p:extLst>
      <p:ext uri="{BB962C8B-B14F-4D97-AF65-F5344CB8AC3E}">
        <p14:creationId xmlns:p14="http://schemas.microsoft.com/office/powerpoint/2010/main" val="257449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B872698-7EA3-431A-B597-E9372BA84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78" y="4492485"/>
            <a:ext cx="10591800" cy="17474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C303F2-4ED7-4FB0-AE59-123F7DEE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1771104"/>
            <a:ext cx="8972550" cy="1784862"/>
          </a:xfrm>
          <a:prstGeom prst="rect">
            <a:avLst/>
          </a:prstGeom>
        </p:spPr>
      </p:pic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Local debug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>
          <a:xfrm>
            <a:off x="664621" y="908721"/>
            <a:ext cx="11008183" cy="920080"/>
          </a:xfrm>
        </p:spPr>
        <p:txBody>
          <a:bodyPr/>
          <a:lstStyle/>
          <a:p>
            <a:pPr algn="just"/>
            <a:r>
              <a:rPr lang="en-US" altLang="ja-JP" dirty="0"/>
              <a:t>Each library has a local debug flag in the </a:t>
            </a:r>
            <a:r>
              <a:rPr lang="en-US" altLang="ja-JP" dirty="0" err="1"/>
              <a:t>tscLIB_NAME.cin</a:t>
            </a:r>
            <a:r>
              <a:rPr lang="en-US" altLang="ja-JP" dirty="0"/>
              <a:t> file, specific only for that library:</a:t>
            </a:r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DBEBD-ECAE-4A4E-9F15-6468A579031F}"/>
              </a:ext>
            </a:extLst>
          </p:cNvPr>
          <p:cNvSpPr txBox="1"/>
          <p:nvPr/>
        </p:nvSpPr>
        <p:spPr>
          <a:xfrm>
            <a:off x="664620" y="3587352"/>
            <a:ext cx="110081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Alternatively, if debug messages are necessary only for a particular function from a specific library, this can be achieved by setting the function flag value: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AFC71D-F331-4F66-8B26-45AE62753279}"/>
              </a:ext>
            </a:extLst>
          </p:cNvPr>
          <p:cNvSpPr/>
          <p:nvPr/>
        </p:nvSpPr>
        <p:spPr>
          <a:xfrm>
            <a:off x="1828800" y="3233694"/>
            <a:ext cx="3505200" cy="195306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77B955-98A7-44D3-8DBE-C69B3B403BDB}"/>
              </a:ext>
            </a:extLst>
          </p:cNvPr>
          <p:cNvSpPr/>
          <p:nvPr/>
        </p:nvSpPr>
        <p:spPr>
          <a:xfrm>
            <a:off x="914400" y="5334000"/>
            <a:ext cx="3505200" cy="272568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0CB300-3740-47BD-9678-7785606E62EA}"/>
              </a:ext>
            </a:extLst>
          </p:cNvPr>
          <p:cNvSpPr txBox="1"/>
          <p:nvPr/>
        </p:nvSpPr>
        <p:spPr>
          <a:xfrm>
            <a:off x="5547995" y="3128469"/>
            <a:ext cx="5943598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Modify this one to affect all functions in the FLEXRAY library, from test support layer.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97770E-914B-44CF-A143-6825FF20AC6E}"/>
              </a:ext>
            </a:extLst>
          </p:cNvPr>
          <p:cNvSpPr txBox="1"/>
          <p:nvPr/>
        </p:nvSpPr>
        <p:spPr>
          <a:xfrm>
            <a:off x="4629147" y="5296935"/>
            <a:ext cx="6547483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Modify this one to affect only function </a:t>
            </a:r>
            <a:r>
              <a:rPr lang="en-US" dirty="0" err="1"/>
              <a:t>E_FR_WaitForPoCState</a:t>
            </a:r>
            <a:r>
              <a:rPr lang="en-US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30630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Framework Documentation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490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Framework documentation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BEBD80-A84D-4D5C-98F3-D0ED87C0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621" y="908720"/>
            <a:ext cx="11008183" cy="1986880"/>
          </a:xfrm>
        </p:spPr>
        <p:txBody>
          <a:bodyPr/>
          <a:lstStyle/>
          <a:p>
            <a:pPr algn="just"/>
            <a:r>
              <a:rPr lang="en-US" sz="2000" b="1" dirty="0" err="1"/>
              <a:t>Doxygen</a:t>
            </a:r>
            <a:r>
              <a:rPr lang="en-US" sz="2000" dirty="0"/>
              <a:t> is a documentation generator – a tool for writing software reference documentation.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documentation is written within code, and is thus relatively easy to keep up to date (the HTML documentation is generated based on the function headers and other specific </a:t>
            </a:r>
            <a:r>
              <a:rPr lang="en-US" sz="2000" dirty="0" err="1"/>
              <a:t>doxygen</a:t>
            </a:r>
            <a:r>
              <a:rPr lang="en-US" sz="2000" dirty="0"/>
              <a:t> library tags).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EFA7A-6411-478C-898B-EEF64348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853" y="2933699"/>
            <a:ext cx="9659698" cy="23339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1FDE59-0FD2-460E-85F4-711EBC544E74}"/>
              </a:ext>
            </a:extLst>
          </p:cNvPr>
          <p:cNvSpPr/>
          <p:nvPr/>
        </p:nvSpPr>
        <p:spPr>
          <a:xfrm>
            <a:off x="1666103" y="2857499"/>
            <a:ext cx="457200" cy="30480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E3245-2061-4926-82C1-A63B34987D24}"/>
              </a:ext>
            </a:extLst>
          </p:cNvPr>
          <p:cNvSpPr txBox="1"/>
          <p:nvPr/>
        </p:nvSpPr>
        <p:spPr>
          <a:xfrm>
            <a:off x="664621" y="5499783"/>
            <a:ext cx="11008183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\</a:t>
            </a:r>
            <a:r>
              <a:rPr lang="en-US" b="1" dirty="0" err="1"/>
              <a:t>fn</a:t>
            </a:r>
            <a:r>
              <a:rPr lang="en-US" dirty="0"/>
              <a:t> – Indicates that a comment block contains documentation for a function (either global or as a member of a class).</a:t>
            </a:r>
          </a:p>
        </p:txBody>
      </p:sp>
    </p:spTree>
    <p:extLst>
      <p:ext uri="{BB962C8B-B14F-4D97-AF65-F5344CB8AC3E}">
        <p14:creationId xmlns:p14="http://schemas.microsoft.com/office/powerpoint/2010/main" val="289544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Framework documentation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BEBD80-A84D-4D5C-98F3-D0ED87C0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621" y="908720"/>
            <a:ext cx="11008183" cy="1986880"/>
          </a:xfrm>
        </p:spPr>
        <p:txBody>
          <a:bodyPr/>
          <a:lstStyle/>
          <a:p>
            <a:pPr algn="just"/>
            <a:r>
              <a:rPr lang="en-US" sz="2000" b="1" dirty="0" err="1"/>
              <a:t>Doxygen</a:t>
            </a:r>
            <a:r>
              <a:rPr lang="en-US" sz="2000" dirty="0"/>
              <a:t> is a documentation generator – a tool for writing software reference documentation.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documentation is written within code, and is thus relatively easy to keep up to date (the HTML documentation is generated based on the function headers and other specific </a:t>
            </a:r>
            <a:r>
              <a:rPr lang="en-US" sz="2000" dirty="0" err="1"/>
              <a:t>doxygen</a:t>
            </a:r>
            <a:r>
              <a:rPr lang="en-US" sz="2000" dirty="0"/>
              <a:t> library tags).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EFA7A-6411-478C-898B-EEF64348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853" y="2933699"/>
            <a:ext cx="9659698" cy="233395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6268596-833A-4B3C-B47E-1F7310F2092E}"/>
              </a:ext>
            </a:extLst>
          </p:cNvPr>
          <p:cNvSpPr/>
          <p:nvPr/>
        </p:nvSpPr>
        <p:spPr>
          <a:xfrm>
            <a:off x="1589903" y="3071974"/>
            <a:ext cx="685800" cy="30480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E3245-2061-4926-82C1-A63B34987D24}"/>
              </a:ext>
            </a:extLst>
          </p:cNvPr>
          <p:cNvSpPr txBox="1"/>
          <p:nvPr/>
        </p:nvSpPr>
        <p:spPr>
          <a:xfrm>
            <a:off x="664621" y="5499783"/>
            <a:ext cx="11008183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\brief</a:t>
            </a:r>
            <a:r>
              <a:rPr lang="en-US" dirty="0"/>
              <a:t> – Starts a paragraph that serves as a brief description. A brief description may span several lines (although it is advised to keep it </a:t>
            </a:r>
            <a:r>
              <a:rPr lang="en-US" b="1" dirty="0"/>
              <a:t>brief!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215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Framework documentation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BEBD80-A84D-4D5C-98F3-D0ED87C0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621" y="908720"/>
            <a:ext cx="11008183" cy="1986880"/>
          </a:xfrm>
        </p:spPr>
        <p:txBody>
          <a:bodyPr/>
          <a:lstStyle/>
          <a:p>
            <a:pPr algn="just"/>
            <a:r>
              <a:rPr lang="en-US" sz="2000" b="1" dirty="0" err="1"/>
              <a:t>Doxygen</a:t>
            </a:r>
            <a:r>
              <a:rPr lang="en-US" sz="2000" dirty="0"/>
              <a:t> is a documentation generator – a tool for writing software reference documentation.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documentation is written within code, and is thus relatively easy to keep up to date (the HTML documentation is generated based on the function headers and other specific </a:t>
            </a:r>
            <a:r>
              <a:rPr lang="en-US" sz="2000" dirty="0" err="1"/>
              <a:t>doxygen</a:t>
            </a:r>
            <a:r>
              <a:rPr lang="en-US" sz="2000" dirty="0"/>
              <a:t> library tags).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EFA7A-6411-478C-898B-EEF64348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853" y="2933699"/>
            <a:ext cx="9659698" cy="23339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9AF57E-1BCF-485E-B8B5-1183E1389D35}"/>
              </a:ext>
            </a:extLst>
          </p:cNvPr>
          <p:cNvSpPr/>
          <p:nvPr/>
        </p:nvSpPr>
        <p:spPr>
          <a:xfrm>
            <a:off x="1565189" y="3338675"/>
            <a:ext cx="1091514" cy="395125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E3245-2061-4926-82C1-A63B34987D24}"/>
              </a:ext>
            </a:extLst>
          </p:cNvPr>
          <p:cNvSpPr txBox="1"/>
          <p:nvPr/>
        </p:nvSpPr>
        <p:spPr>
          <a:xfrm>
            <a:off x="664621" y="5499783"/>
            <a:ext cx="11008183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\param[]</a:t>
            </a:r>
            <a:r>
              <a:rPr lang="en-US" dirty="0"/>
              <a:t> – Starts a parameter description for a function parameter. Possible direction values are "[</a:t>
            </a:r>
            <a:r>
              <a:rPr lang="en-US" b="1" dirty="0"/>
              <a:t>in</a:t>
            </a:r>
            <a:r>
              <a:rPr lang="en-US" dirty="0"/>
              <a:t>]“ and "[</a:t>
            </a:r>
            <a:r>
              <a:rPr lang="en-US" b="1" dirty="0"/>
              <a:t>out</a:t>
            </a:r>
            <a:r>
              <a:rPr lang="en-US" dirty="0"/>
              <a:t>]", note the [square] brackets in this description.</a:t>
            </a:r>
          </a:p>
        </p:txBody>
      </p:sp>
    </p:spTree>
    <p:extLst>
      <p:ext uri="{BB962C8B-B14F-4D97-AF65-F5344CB8AC3E}">
        <p14:creationId xmlns:p14="http://schemas.microsoft.com/office/powerpoint/2010/main" val="17220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Framework documentation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BEBD80-A84D-4D5C-98F3-D0ED87C0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621" y="908720"/>
            <a:ext cx="11008183" cy="1986880"/>
          </a:xfrm>
        </p:spPr>
        <p:txBody>
          <a:bodyPr/>
          <a:lstStyle/>
          <a:p>
            <a:pPr algn="just"/>
            <a:r>
              <a:rPr lang="en-US" sz="2000" b="1" dirty="0" err="1"/>
              <a:t>Doxygen</a:t>
            </a:r>
            <a:r>
              <a:rPr lang="en-US" sz="2000" dirty="0"/>
              <a:t> is a documentation generator – a tool for writing software reference documentation.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documentation is written within code, and is thus relatively easy to keep up to date (the HTML documentation is generated based on the function headers and other specific </a:t>
            </a:r>
            <a:r>
              <a:rPr lang="en-US" sz="2000" dirty="0" err="1"/>
              <a:t>doxygen</a:t>
            </a:r>
            <a:r>
              <a:rPr lang="en-US" sz="2000" dirty="0"/>
              <a:t> library tags).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EFA7A-6411-478C-898B-EEF64348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853" y="2933699"/>
            <a:ext cx="9659698" cy="23339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60B7E0-B68E-4149-ADCE-F4D3B94B97E1}"/>
              </a:ext>
            </a:extLst>
          </p:cNvPr>
          <p:cNvSpPr/>
          <p:nvPr/>
        </p:nvSpPr>
        <p:spPr>
          <a:xfrm>
            <a:off x="1589903" y="3810733"/>
            <a:ext cx="794952" cy="395125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E3245-2061-4926-82C1-A63B34987D24}"/>
              </a:ext>
            </a:extLst>
          </p:cNvPr>
          <p:cNvSpPr txBox="1"/>
          <p:nvPr/>
        </p:nvSpPr>
        <p:spPr>
          <a:xfrm>
            <a:off x="664621" y="5499783"/>
            <a:ext cx="11008183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\return</a:t>
            </a:r>
            <a:r>
              <a:rPr lang="en-US" dirty="0"/>
              <a:t> – Specifies a return value description for a function. </a:t>
            </a:r>
            <a:r>
              <a:rPr lang="en-US" b="1" dirty="0"/>
              <a:t>A/E functions do not have a return value</a:t>
            </a:r>
            <a:r>
              <a:rPr lang="en-US" dirty="0"/>
              <a:t>. Multiple adjacent </a:t>
            </a:r>
            <a:r>
              <a:rPr lang="en-US" i="1" dirty="0"/>
              <a:t>\return</a:t>
            </a:r>
            <a:r>
              <a:rPr lang="en-US" dirty="0"/>
              <a:t> can be used and will be joined into a single paragraph.</a:t>
            </a:r>
          </a:p>
        </p:txBody>
      </p:sp>
    </p:spTree>
    <p:extLst>
      <p:ext uri="{BB962C8B-B14F-4D97-AF65-F5344CB8AC3E}">
        <p14:creationId xmlns:p14="http://schemas.microsoft.com/office/powerpoint/2010/main" val="380272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Framework documentation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BEBD80-A84D-4D5C-98F3-D0ED87C06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621" y="908720"/>
            <a:ext cx="11008183" cy="1986880"/>
          </a:xfrm>
        </p:spPr>
        <p:txBody>
          <a:bodyPr/>
          <a:lstStyle/>
          <a:p>
            <a:pPr algn="just"/>
            <a:r>
              <a:rPr lang="en-US" sz="2000" b="1" dirty="0" err="1"/>
              <a:t>Doxygen</a:t>
            </a:r>
            <a:r>
              <a:rPr lang="en-US" sz="2000" dirty="0"/>
              <a:t> is a documentation generator – a tool for writing software reference documentation.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documentation is written within code, and is thus relatively easy to keep up to date (the HTML documentation is generated based on the function headers and other specific </a:t>
            </a:r>
            <a:r>
              <a:rPr lang="en-US" sz="2000" dirty="0" err="1"/>
              <a:t>doxygen</a:t>
            </a:r>
            <a:r>
              <a:rPr lang="en-US" sz="2000" dirty="0"/>
              <a:t> library tags).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EFA7A-6411-478C-898B-EEF64348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853" y="2933699"/>
            <a:ext cx="9659698" cy="23339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60B7E0-B68E-4149-ADCE-F4D3B94B97E1}"/>
              </a:ext>
            </a:extLst>
          </p:cNvPr>
          <p:cNvSpPr/>
          <p:nvPr/>
        </p:nvSpPr>
        <p:spPr>
          <a:xfrm>
            <a:off x="1589902" y="4091481"/>
            <a:ext cx="6182497" cy="21242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E3245-2061-4926-82C1-A63B34987D24}"/>
              </a:ext>
            </a:extLst>
          </p:cNvPr>
          <p:cNvSpPr txBox="1"/>
          <p:nvPr/>
        </p:nvSpPr>
        <p:spPr>
          <a:xfrm>
            <a:off x="664621" y="5499783"/>
            <a:ext cx="11008183" cy="6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\note</a:t>
            </a:r>
            <a:r>
              <a:rPr lang="en-US" dirty="0"/>
              <a:t> – Optionally, a paragraph with a note can be added as well. Useful for any additional information necessary to support and guide the user.</a:t>
            </a:r>
          </a:p>
        </p:txBody>
      </p:sp>
    </p:spTree>
    <p:extLst>
      <p:ext uri="{BB962C8B-B14F-4D97-AF65-F5344CB8AC3E}">
        <p14:creationId xmlns:p14="http://schemas.microsoft.com/office/powerpoint/2010/main" val="307557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Generated documentation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A35A5-508C-4365-860C-1C87AEBD7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621" y="1143000"/>
            <a:ext cx="11008183" cy="920080"/>
          </a:xfrm>
        </p:spPr>
        <p:txBody>
          <a:bodyPr/>
          <a:lstStyle/>
          <a:p>
            <a:pPr algn="just"/>
            <a:r>
              <a:rPr lang="en-US" sz="2400" dirty="0" err="1"/>
              <a:t>Doxygen</a:t>
            </a:r>
            <a:r>
              <a:rPr lang="en-US" sz="2400" dirty="0"/>
              <a:t> generated documentation for an easy to use ACTION function: </a:t>
            </a:r>
            <a:r>
              <a:rPr lang="en-US" sz="2400" dirty="0" err="1"/>
              <a:t>A_CAN_SetBaudrate</a:t>
            </a:r>
            <a:r>
              <a:rPr lang="en-US" sz="2400" dirty="0"/>
              <a:t>()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E26B59-835D-4EB4-AB5C-9C2D51BF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580" y="2209800"/>
            <a:ext cx="4958263" cy="388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67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FA268-56A5-4170-8FF1-8621D08D10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/>
              <a:t>Generated documentation</a:t>
            </a:r>
            <a:endParaRPr lang="ja-JP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F47ADB-BAE0-42CF-9048-46B6AC8BC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3041" y="746400"/>
            <a:ext cx="7650394" cy="5257800"/>
          </a:xfrm>
          <a:prstGeom prst="rect">
            <a:avLst/>
          </a:prstGeom>
        </p:spPr>
      </p:pic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D91B7-7E0B-4BA5-95C0-D8F506C84CD3}"/>
              </a:ext>
            </a:extLst>
          </p:cNvPr>
          <p:cNvSpPr/>
          <p:nvPr/>
        </p:nvSpPr>
        <p:spPr>
          <a:xfrm>
            <a:off x="2754266" y="6019800"/>
            <a:ext cx="64279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Detailed description for a more complex EXPECT function.</a:t>
            </a:r>
          </a:p>
        </p:txBody>
      </p:sp>
    </p:spTree>
    <p:extLst>
      <p:ext uri="{BB962C8B-B14F-4D97-AF65-F5344CB8AC3E}">
        <p14:creationId xmlns:p14="http://schemas.microsoft.com/office/powerpoint/2010/main" val="9807354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Naming convention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1162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8CA320-6338-4780-8555-062E6A126A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A72E0-A486-48BB-9633-C418D7736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sz="2400" dirty="0"/>
          </a:p>
          <a:p>
            <a:pPr algn="just"/>
            <a:r>
              <a:rPr lang="en-US" sz="2400" dirty="0"/>
              <a:t>The following naming convention is being used throughout the project. </a:t>
            </a:r>
            <a:endParaRPr lang="en-US" sz="1400" dirty="0"/>
          </a:p>
          <a:p>
            <a:endParaRPr lang="en-US" sz="1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4319E6-B5DF-452E-835E-D6328A1A6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113248"/>
              </p:ext>
            </p:extLst>
          </p:nvPr>
        </p:nvGraphicFramePr>
        <p:xfrm>
          <a:off x="633622" y="1790248"/>
          <a:ext cx="11070180" cy="349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180">
                  <a:extLst>
                    <a:ext uri="{9D8B030D-6E8A-4147-A177-3AD203B41FA5}">
                      <a16:colId xmlns:a16="http://schemas.microsoft.com/office/drawing/2014/main" val="56376203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738705528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603179521"/>
                    </a:ext>
                  </a:extLst>
                </a:gridCol>
              </a:tblGrid>
              <a:tr h="263659">
                <a:tc>
                  <a:txBody>
                    <a:bodyPr/>
                    <a:lstStyle/>
                    <a:p>
                      <a:r>
                        <a:rPr lang="en-US" sz="1200" dirty="0"/>
                        <a:t>Applies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Naming convention or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309001"/>
                  </a:ext>
                </a:extLst>
              </a:tr>
              <a:tr h="263659">
                <a:tc rowSpan="10">
                  <a:txBody>
                    <a:bodyPr/>
                    <a:lstStyle/>
                    <a:p>
                      <a:r>
                        <a:rPr lang="en-US" sz="1200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byte (unsigned, 1 Byte)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sz="1200" dirty="0" err="1"/>
                        <a:t>DebugFlag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274356"/>
                  </a:ext>
                </a:extLst>
              </a:tr>
              <a:tr h="2636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word (unsigned, 2 Byte)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w</a:t>
                      </a:r>
                      <a:r>
                        <a:rPr lang="en-US" sz="1200" dirty="0" err="1"/>
                        <a:t>Channel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5933"/>
                  </a:ext>
                </a:extLst>
              </a:tr>
              <a:tr h="2709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dword (unsigned, 4 Byte)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dw</a:t>
                      </a:r>
                      <a:r>
                        <a:rPr lang="en-US" sz="1200" dirty="0" err="1"/>
                        <a:t>WaitingTime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162860"/>
                  </a:ext>
                </a:extLst>
              </a:tr>
              <a:tr h="2636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int (signed, 2 Byte)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sz="1200" dirty="0" err="1"/>
                        <a:t>Result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668713"/>
                  </a:ext>
                </a:extLst>
              </a:tr>
              <a:tr h="2929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long (signed, 4 Byte)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l</a:t>
                      </a:r>
                      <a:r>
                        <a:rPr lang="en-US" sz="1200" dirty="0" err="1"/>
                        <a:t>ErrorCode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6297296"/>
                  </a:ext>
                </a:extLst>
              </a:tr>
              <a:tr h="2636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int64(signed, 8 Byte)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i64</a:t>
                      </a:r>
                      <a:r>
                        <a:rPr lang="en-US" sz="1200" dirty="0"/>
                        <a:t>SignalValue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603024"/>
                  </a:ext>
                </a:extLst>
              </a:tr>
              <a:tr h="2636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qword(unsigned, 8 Byte)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qw</a:t>
                      </a:r>
                      <a:r>
                        <a:rPr lang="en-US" sz="1200" dirty="0" err="1"/>
                        <a:t>TimeInNS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982179"/>
                  </a:ext>
                </a:extLst>
              </a:tr>
              <a:tr h="2636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char (1 Byte)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ch</a:t>
                      </a:r>
                      <a:r>
                        <a:rPr lang="en-US" sz="1200" dirty="0" err="1"/>
                        <a:t>PassText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1908857"/>
                  </a:ext>
                </a:extLst>
              </a:tr>
              <a:tr h="2636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float (8 Byte)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sz="1200" dirty="0" err="1"/>
                        <a:t>MinCycleTime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196618"/>
                  </a:ext>
                </a:extLst>
              </a:tr>
              <a:tr h="2636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double (8 Byte)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d</a:t>
                      </a:r>
                      <a:r>
                        <a:rPr lang="en-US" sz="1200" dirty="0" err="1"/>
                        <a:t>PhysicalParamVal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818996"/>
                  </a:ext>
                </a:extLst>
              </a:tr>
              <a:tr h="439432">
                <a:tc>
                  <a:txBody>
                    <a:bodyPr/>
                    <a:lstStyle/>
                    <a:p>
                      <a:r>
                        <a:rPr lang="en-US" sz="1200" dirty="0"/>
                        <a:t>Function arguments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Any data type.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1200" dirty="0" err="1"/>
                        <a:t>FrameNameFromDB</a:t>
                      </a:r>
                      <a:r>
                        <a:rPr lang="en-US" sz="1200" dirty="0"/>
                        <a:t>, </a:t>
                      </a:r>
                    </a:p>
                    <a:p>
                      <a:r>
                        <a:rPr lang="en-US" sz="1200" b="1" dirty="0" err="1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1200" dirty="0" err="1"/>
                        <a:t>ArrayToStorePayloadData</a:t>
                      </a:r>
                      <a:r>
                        <a:rPr lang="en-US" sz="1200" dirty="0"/>
                        <a:t>[]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8137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256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Version 1.0 – Release notes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783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/>
              <a:t>V</a:t>
            </a:r>
            <a:r>
              <a:rPr kumimoji="1" lang="en-US" altLang="ja-JP" dirty="0"/>
              <a:t>ersion 1.0 – Release notes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29C341-C5FD-46A5-81A9-4C5FA3900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626401"/>
              </p:ext>
            </p:extLst>
          </p:nvPr>
        </p:nvGraphicFramePr>
        <p:xfrm>
          <a:off x="533399" y="838201"/>
          <a:ext cx="11052494" cy="4074327"/>
        </p:xfrm>
        <a:graphic>
          <a:graphicData uri="http://schemas.openxmlformats.org/drawingml/2006/table">
            <a:tbl>
              <a:tblPr firstCol="1" bandRow="1">
                <a:tableStyleId>{21E4AEA4-8DFA-4A89-87EB-49C32662AFE0}</a:tableStyleId>
              </a:tblPr>
              <a:tblGrid>
                <a:gridCol w="2137093">
                  <a:extLst>
                    <a:ext uri="{9D8B030D-6E8A-4147-A177-3AD203B41FA5}">
                      <a16:colId xmlns:a16="http://schemas.microsoft.com/office/drawing/2014/main" val="3360769435"/>
                    </a:ext>
                  </a:extLst>
                </a:gridCol>
                <a:gridCol w="8915401">
                  <a:extLst>
                    <a:ext uri="{9D8B030D-6E8A-4147-A177-3AD203B41FA5}">
                      <a16:colId xmlns:a16="http://schemas.microsoft.com/office/drawing/2014/main" val="2035555673"/>
                    </a:ext>
                  </a:extLst>
                </a:gridCol>
              </a:tblGrid>
              <a:tr h="407973">
                <a:tc>
                  <a:txBody>
                    <a:bodyPr/>
                    <a:lstStyle/>
                    <a:p>
                      <a:r>
                        <a:rPr lang="en-US" sz="1600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Jenkins_Environment.pj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493256"/>
                  </a:ext>
                </a:extLst>
              </a:tr>
              <a:tr h="790810">
                <a:tc>
                  <a:txBody>
                    <a:bodyPr/>
                    <a:lstStyle/>
                    <a:p>
                      <a:r>
                        <a:rPr lang="en-US" sz="1600" dirty="0"/>
                        <a:t>MKS/PTC </a:t>
                      </a:r>
                    </a:p>
                    <a:p>
                      <a:r>
                        <a:rPr lang="en-US" sz="1600" dirty="0"/>
                        <a:t>Repository 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e:/MKSProjects/ADAS_ECU/Jenkins_Environment/Jenkins_Environment.pj</a:t>
                      </a:r>
                    </a:p>
                    <a:p>
                      <a:pPr marL="943677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 err="1"/>
                        <a:t>ADAS_GenericFunctionEnvironment</a:t>
                      </a:r>
                      <a:r>
                        <a:rPr lang="en-US" sz="1600" dirty="0"/>
                        <a:t>\</a:t>
                      </a:r>
                      <a:r>
                        <a:rPr lang="en-US" sz="1600" dirty="0" err="1"/>
                        <a:t>project.pj</a:t>
                      </a:r>
                      <a:endParaRPr lang="en-US" sz="1600" dirty="0"/>
                    </a:p>
                    <a:p>
                      <a:pPr marL="943677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 err="1"/>
                        <a:t>GenericLibraries</a:t>
                      </a:r>
                      <a:r>
                        <a:rPr lang="en-US" sz="1600" dirty="0"/>
                        <a:t>\</a:t>
                      </a:r>
                      <a:r>
                        <a:rPr lang="en-US" sz="1600" dirty="0" err="1"/>
                        <a:t>project.pjs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313342"/>
                  </a:ext>
                </a:extLst>
              </a:tr>
              <a:tr h="1962382">
                <a:tc>
                  <a:txBody>
                    <a:bodyPr/>
                    <a:lstStyle/>
                    <a:p>
                      <a:r>
                        <a:rPr lang="en-US" sz="1600" dirty="0"/>
                        <a:t>Framework </a:t>
                      </a:r>
                    </a:p>
                    <a:p>
                      <a:r>
                        <a:rPr lang="en-US" sz="1600" dirty="0"/>
                        <a:t>developed using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Tools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Vector </a:t>
                      </a:r>
                      <a:r>
                        <a:rPr lang="en-US" sz="1600" dirty="0" err="1"/>
                        <a:t>CANoe</a:t>
                      </a:r>
                      <a:r>
                        <a:rPr lang="en-US" sz="1600" dirty="0"/>
                        <a:t> v10 </a:t>
                      </a:r>
                      <a:r>
                        <a:rPr lang="en-US" sz="1600" b="1" dirty="0"/>
                        <a:t>DEMO</a:t>
                      </a:r>
                    </a:p>
                    <a:p>
                      <a:pPr marL="943677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Autosar</a:t>
                      </a:r>
                      <a:r>
                        <a:rPr lang="en-US" sz="1600" dirty="0"/>
                        <a:t> Explorer (</a:t>
                      </a:r>
                      <a:r>
                        <a:rPr lang="en-US" sz="1600" dirty="0" err="1"/>
                        <a:t>arxml</a:t>
                      </a:r>
                      <a:r>
                        <a:rPr lang="en-US" sz="1600" dirty="0"/>
                        <a:t> databases)</a:t>
                      </a:r>
                    </a:p>
                    <a:p>
                      <a:pPr marL="943677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CANdb</a:t>
                      </a:r>
                      <a:r>
                        <a:rPr lang="en-US" sz="1600" dirty="0"/>
                        <a:t>++ (</a:t>
                      </a:r>
                      <a:r>
                        <a:rPr lang="en-US" sz="1600" dirty="0" err="1"/>
                        <a:t>dbc</a:t>
                      </a:r>
                      <a:r>
                        <a:rPr lang="en-US" sz="1600" dirty="0"/>
                        <a:t> databases)</a:t>
                      </a:r>
                    </a:p>
                    <a:p>
                      <a:pPr marL="943677" marR="0" lvl="1" indent="-28575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CANdelaStudio</a:t>
                      </a:r>
                      <a:r>
                        <a:rPr lang="en-US" sz="1600" dirty="0"/>
                        <a:t> (diagnostic CDD)</a:t>
                      </a:r>
                    </a:p>
                    <a:p>
                      <a:pPr marL="943677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CAPL Browser</a:t>
                      </a:r>
                    </a:p>
                    <a:p>
                      <a:pPr marL="943677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Programming language: CAPL (</a:t>
                      </a:r>
                      <a:r>
                        <a:rPr lang="en-US" sz="1600" b="1" dirty="0"/>
                        <a:t>C</a:t>
                      </a:r>
                      <a:r>
                        <a:rPr lang="en-US" sz="1600" dirty="0"/>
                        <a:t>AN </a:t>
                      </a:r>
                      <a:r>
                        <a:rPr lang="en-US" sz="1600" b="1" dirty="0"/>
                        <a:t>A</a:t>
                      </a:r>
                      <a:r>
                        <a:rPr lang="en-US" sz="1600" dirty="0"/>
                        <a:t>ccess </a:t>
                      </a:r>
                      <a:r>
                        <a:rPr lang="en-US" sz="1600" b="1" dirty="0"/>
                        <a:t>P</a:t>
                      </a:r>
                      <a:r>
                        <a:rPr lang="en-US" sz="1600" dirty="0"/>
                        <a:t>rogramming </a:t>
                      </a:r>
                      <a:r>
                        <a:rPr lang="en-US" sz="1600" b="1" dirty="0"/>
                        <a:t>L</a:t>
                      </a:r>
                      <a:r>
                        <a:rPr lang="en-US" sz="1600" dirty="0"/>
                        <a:t>anguage)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n-US" sz="1600" dirty="0" err="1"/>
                        <a:t>Doxygen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123681"/>
                  </a:ext>
                </a:extLst>
              </a:tr>
              <a:tr h="801234">
                <a:tc>
                  <a:txBody>
                    <a:bodyPr/>
                    <a:lstStyle/>
                    <a:p>
                      <a:r>
                        <a:rPr lang="en-US" sz="1600" dirty="0"/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Language: English </a:t>
                      </a:r>
                    </a:p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Location: </a:t>
                      </a:r>
                      <a:r>
                        <a:rPr lang="en-US" sz="1600" b="1" dirty="0" err="1"/>
                        <a:t>GenericLibraries</a:t>
                      </a:r>
                      <a:r>
                        <a:rPr lang="en-US" sz="1600" dirty="0"/>
                        <a:t>\Docs\Doxygen_GFE_Documentation_Release1.zip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59630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C03DCD2-176F-4655-91A6-DC1FE6582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01" y="4912528"/>
            <a:ext cx="8629650" cy="1476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BF8878-7C54-4ED3-9A86-E52941EF26BE}"/>
              </a:ext>
            </a:extLst>
          </p:cNvPr>
          <p:cNvSpPr/>
          <p:nvPr/>
        </p:nvSpPr>
        <p:spPr>
          <a:xfrm>
            <a:off x="2667000" y="1219200"/>
            <a:ext cx="7086600" cy="838200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E89090DE-672C-477A-9567-C21801EE59C4}"/>
              </a:ext>
            </a:extLst>
          </p:cNvPr>
          <p:cNvCxnSpPr>
            <a:endCxn id="4" idx="3"/>
          </p:cNvCxnSpPr>
          <p:nvPr/>
        </p:nvCxnSpPr>
        <p:spPr>
          <a:xfrm rot="16200000" flipH="1">
            <a:off x="8066717" y="3363282"/>
            <a:ext cx="3974316" cy="600551"/>
          </a:xfrm>
          <a:prstGeom prst="bentConnector4">
            <a:avLst>
              <a:gd name="adj1" fmla="val -190"/>
              <a:gd name="adj2" fmla="val 138065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AA6A96-6011-44A7-8477-5D5168588BAF}"/>
              </a:ext>
            </a:extLst>
          </p:cNvPr>
          <p:cNvCxnSpPr/>
          <p:nvPr/>
        </p:nvCxnSpPr>
        <p:spPr>
          <a:xfrm>
            <a:off x="3733800" y="5486400"/>
            <a:ext cx="2667000" cy="0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23CF5A-8884-431F-990B-7E75B9078239}"/>
              </a:ext>
            </a:extLst>
          </p:cNvPr>
          <p:cNvCxnSpPr/>
          <p:nvPr/>
        </p:nvCxnSpPr>
        <p:spPr>
          <a:xfrm>
            <a:off x="7239000" y="5486400"/>
            <a:ext cx="29718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463E17-6885-48AC-81BC-E45118BD6F3E}"/>
              </a:ext>
            </a:extLst>
          </p:cNvPr>
          <p:cNvCxnSpPr>
            <a:cxnSpLocks/>
          </p:cNvCxnSpPr>
          <p:nvPr/>
        </p:nvCxnSpPr>
        <p:spPr>
          <a:xfrm>
            <a:off x="7239000" y="6324600"/>
            <a:ext cx="18288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02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Status: Release 1.0</a:t>
            </a:r>
            <a:endParaRPr kumimoji="1" lang="ja-JP" alt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D023941-D6B9-471B-A589-A4DA2544D5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505046"/>
              </p:ext>
            </p:extLst>
          </p:nvPr>
        </p:nvGraphicFramePr>
        <p:xfrm>
          <a:off x="211922" y="838200"/>
          <a:ext cx="11778622" cy="54754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83478">
                  <a:extLst>
                    <a:ext uri="{9D8B030D-6E8A-4147-A177-3AD203B41FA5}">
                      <a16:colId xmlns:a16="http://schemas.microsoft.com/office/drawing/2014/main" val="82743885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2450141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06836065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1750009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2260858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723061709"/>
                    </a:ext>
                  </a:extLst>
                </a:gridCol>
                <a:gridCol w="3608544">
                  <a:extLst>
                    <a:ext uri="{9D8B030D-6E8A-4147-A177-3AD203B41FA5}">
                      <a16:colId xmlns:a16="http://schemas.microsoft.com/office/drawing/2014/main" val="3881551780"/>
                    </a:ext>
                  </a:extLst>
                </a:gridCol>
              </a:tblGrid>
              <a:tr h="455977">
                <a:tc>
                  <a:txBody>
                    <a:bodyPr/>
                    <a:lstStyle/>
                    <a:p>
                      <a:r>
                        <a:rPr lang="en-US" sz="1200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413888"/>
                  </a:ext>
                </a:extLst>
              </a:tr>
              <a:tr h="268222">
                <a:tc rowSpan="7">
                  <a:txBody>
                    <a:bodyPr/>
                    <a:lstStyle/>
                    <a:p>
                      <a:r>
                        <a:rPr lang="en-US" sz="1200" dirty="0"/>
                        <a:t>Test Support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POWER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OPEN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Cannot test using </a:t>
                      </a:r>
                      <a:r>
                        <a:rPr lang="en-US" sz="1200" dirty="0" err="1"/>
                        <a:t>CANoe</a:t>
                      </a:r>
                      <a:r>
                        <a:rPr lang="en-US" sz="1200" dirty="0"/>
                        <a:t> </a:t>
                      </a:r>
                      <a:r>
                        <a:rPr lang="en-US" sz="1200" b="1" dirty="0"/>
                        <a:t>DEMO</a:t>
                      </a:r>
                      <a:r>
                        <a:rPr lang="en-US" sz="1200" dirty="0"/>
                        <a:t>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302935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FLEXRAY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 cross testing was done.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636474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DIAGNOSTICS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654467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44921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BUS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OPEN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537921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PDU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 cross testing was done.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103326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GENERIC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OPEN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Necessary to re-locate the library.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4746270"/>
                  </a:ext>
                </a:extLst>
              </a:tr>
              <a:tr h="282864">
                <a:tc rowSpan="8">
                  <a:txBody>
                    <a:bodyPr/>
                    <a:lstStyle/>
                    <a:p>
                      <a:r>
                        <a:rPr lang="en-US" sz="1200" dirty="0"/>
                        <a:t>Control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POWER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OPEN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Cannot test using </a:t>
                      </a:r>
                      <a:r>
                        <a:rPr lang="en-US" sz="1200" dirty="0" err="1"/>
                        <a:t>CANoe</a:t>
                      </a:r>
                      <a:r>
                        <a:rPr lang="en-US" sz="1200" dirty="0"/>
                        <a:t> </a:t>
                      </a:r>
                      <a:r>
                        <a:rPr lang="en-US" sz="1200" b="1" dirty="0"/>
                        <a:t>DEMO</a:t>
                      </a:r>
                      <a:r>
                        <a:rPr lang="en-US" sz="1200" dirty="0"/>
                        <a:t>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887067"/>
                  </a:ext>
                </a:extLst>
              </a:tr>
              <a:tr h="2828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FLEXRAY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 cross testing was done.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552075"/>
                  </a:ext>
                </a:extLst>
              </a:tr>
              <a:tr h="2828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DIAGNOSTICS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081859"/>
                  </a:ext>
                </a:extLst>
              </a:tr>
              <a:tr h="2828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189000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REPORT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OPEN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981199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BUS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756495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PDU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 cross testing was done.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935439"/>
                  </a:ext>
                </a:extLst>
              </a:tr>
              <a:tr h="268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DATA_CONVERSION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OPEN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43286390"/>
                  </a:ext>
                </a:extLst>
              </a:tr>
              <a:tr h="321866">
                <a:tc rowSpan="3">
                  <a:txBody>
                    <a:bodyPr/>
                    <a:lstStyle/>
                    <a:p>
                      <a:r>
                        <a:rPr lang="en-US" sz="1200" dirty="0"/>
                        <a:t>Base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RS232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NOT STARTED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OPEN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899552"/>
                  </a:ext>
                </a:extLst>
              </a:tr>
              <a:tr h="1609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CLOSED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Only global data definitions. No testing required.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196622"/>
                  </a:ext>
                </a:extLst>
              </a:tr>
              <a:tr h="1609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READFILE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CLOSED</a:t>
                      </a:r>
                      <a:endParaRPr lang="en-US" sz="1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15363072"/>
                  </a:ext>
                </a:extLst>
              </a:tr>
            </a:tbl>
          </a:graphicData>
        </a:graphic>
      </p:graphicFrame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8752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Version 2.0 – Planning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9911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Version 2.0 - Planning</a:t>
            </a:r>
            <a:endParaRPr kumimoji="1" lang="ja-JP" altLang="en-US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129158-D070-427B-8FBD-67B89343C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392487"/>
              </p:ext>
            </p:extLst>
          </p:nvPr>
        </p:nvGraphicFramePr>
        <p:xfrm>
          <a:off x="0" y="914400"/>
          <a:ext cx="12192000" cy="596011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67994">
                  <a:extLst>
                    <a:ext uri="{9D8B030D-6E8A-4147-A177-3AD203B41FA5}">
                      <a16:colId xmlns:a16="http://schemas.microsoft.com/office/drawing/2014/main" val="890756802"/>
                    </a:ext>
                  </a:extLst>
                </a:gridCol>
                <a:gridCol w="3707091">
                  <a:extLst>
                    <a:ext uri="{9D8B030D-6E8A-4147-A177-3AD203B41FA5}">
                      <a16:colId xmlns:a16="http://schemas.microsoft.com/office/drawing/2014/main" val="3363494604"/>
                    </a:ext>
                  </a:extLst>
                </a:gridCol>
                <a:gridCol w="6416915">
                  <a:extLst>
                    <a:ext uri="{9D8B030D-6E8A-4147-A177-3AD203B41FA5}">
                      <a16:colId xmlns:a16="http://schemas.microsoft.com/office/drawing/2014/main" val="584975376"/>
                    </a:ext>
                  </a:extLst>
                </a:gridCol>
              </a:tblGrid>
              <a:tr h="374639">
                <a:tc>
                  <a:txBody>
                    <a:bodyPr/>
                    <a:lstStyle/>
                    <a:p>
                      <a:r>
                        <a:rPr lang="en-US" sz="1200" dirty="0"/>
                        <a:t>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87345"/>
                  </a:ext>
                </a:extLst>
              </a:tr>
              <a:tr h="1002413">
                <a:tc>
                  <a:txBody>
                    <a:bodyPr/>
                    <a:lstStyle/>
                    <a:p>
                      <a:r>
                        <a:rPr lang="en-US" sz="1200" b="1" dirty="0"/>
                        <a:t>FLEXRAY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Wait for NULL frame</a:t>
                      </a:r>
                    </a:p>
                    <a:p>
                      <a:r>
                        <a:rPr lang="en-US" sz="1200" dirty="0"/>
                        <a:t>Wait for frame by Slot ID</a:t>
                      </a:r>
                    </a:p>
                    <a:p>
                      <a:r>
                        <a:rPr lang="en-US" sz="1200" dirty="0"/>
                        <a:t>Wait for Symbol frame</a:t>
                      </a:r>
                    </a:p>
                    <a:p>
                      <a:r>
                        <a:rPr lang="en-US" sz="1200" dirty="0"/>
                        <a:t>Reset FR Cluster</a:t>
                      </a:r>
                    </a:p>
                    <a:p>
                      <a:r>
                        <a:rPr lang="en-US" sz="1200" dirty="0"/>
                        <a:t>Log frames by Slot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Added functionality to the existing library.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906597"/>
                  </a:ext>
                </a:extLst>
              </a:tr>
              <a:tr h="369576">
                <a:tc>
                  <a:txBody>
                    <a:bodyPr/>
                    <a:lstStyle/>
                    <a:p>
                      <a:r>
                        <a:rPr lang="en-US" sz="1200" b="1" dirty="0"/>
                        <a:t>PDU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Adapt current functionality to support </a:t>
                      </a:r>
                      <a:r>
                        <a:rPr lang="en-US" sz="1200" b="1" dirty="0"/>
                        <a:t>FR PDU</a:t>
                      </a: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Added functionality to the existing library.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101811"/>
                  </a:ext>
                </a:extLst>
              </a:tr>
              <a:tr h="637899"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UDS_Specific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Enter Session</a:t>
                      </a:r>
                    </a:p>
                    <a:p>
                      <a:r>
                        <a:rPr lang="en-US" sz="1200" dirty="0"/>
                        <a:t>Reset ECU</a:t>
                      </a:r>
                    </a:p>
                    <a:p>
                      <a:r>
                        <a:rPr lang="en-US" sz="1200" dirty="0"/>
                        <a:t>Read DTC by status mask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NEW 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752129"/>
                  </a:ext>
                </a:extLst>
              </a:tr>
              <a:tr h="1002413">
                <a:tc>
                  <a:txBody>
                    <a:bodyPr/>
                    <a:lstStyle/>
                    <a:p>
                      <a:r>
                        <a:rPr lang="en-US" sz="1200" b="1" dirty="0"/>
                        <a:t>CAN_UDS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Set address</a:t>
                      </a:r>
                    </a:p>
                    <a:p>
                      <a:r>
                        <a:rPr lang="en-US" sz="1200" dirty="0"/>
                        <a:t>Set TP</a:t>
                      </a:r>
                    </a:p>
                    <a:p>
                      <a:r>
                        <a:rPr lang="en-US" sz="1200" dirty="0"/>
                        <a:t>Wait for: FC, SF, CF, EOF and CTS</a:t>
                      </a:r>
                    </a:p>
                    <a:p>
                      <a:r>
                        <a:rPr lang="en-US" sz="1200" dirty="0"/>
                        <a:t>Send CAN UDS</a:t>
                      </a:r>
                    </a:p>
                    <a:p>
                      <a:r>
                        <a:rPr lang="en-US" sz="1200" dirty="0"/>
                        <a:t>Wait and get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NEW 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39248"/>
                  </a:ext>
                </a:extLst>
              </a:tr>
              <a:tr h="1184671">
                <a:tc>
                  <a:txBody>
                    <a:bodyPr/>
                    <a:lstStyle/>
                    <a:p>
                      <a:r>
                        <a:rPr lang="en-US" sz="1200" b="1" dirty="0"/>
                        <a:t>FLEXRAY_UDS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Set address</a:t>
                      </a:r>
                    </a:p>
                    <a:p>
                      <a:r>
                        <a:rPr lang="en-US" sz="1200" dirty="0"/>
                        <a:t>Set Slot ID</a:t>
                      </a:r>
                    </a:p>
                    <a:p>
                      <a:r>
                        <a:rPr lang="en-US" sz="1200" dirty="0"/>
                        <a:t>Set TP</a:t>
                      </a:r>
                    </a:p>
                    <a:p>
                      <a:r>
                        <a:rPr lang="en-US" sz="1200" dirty="0"/>
                        <a:t>Wait for: FC, SF, CF, EOF and CTS</a:t>
                      </a:r>
                    </a:p>
                    <a:p>
                      <a:r>
                        <a:rPr lang="en-US" sz="1200" dirty="0"/>
                        <a:t>Send FR UDS</a:t>
                      </a:r>
                    </a:p>
                    <a:p>
                      <a:r>
                        <a:rPr lang="en-US" sz="1200" dirty="0"/>
                        <a:t>Wait and get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NEW 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78435"/>
                  </a:ext>
                </a:extLst>
              </a:tr>
              <a:tr h="1002413">
                <a:tc>
                  <a:txBody>
                    <a:bodyPr/>
                    <a:lstStyle/>
                    <a:p>
                      <a:r>
                        <a:rPr lang="en-US" sz="1200" b="1" dirty="0"/>
                        <a:t>XCP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Initialize CAN and FR</a:t>
                      </a:r>
                    </a:p>
                    <a:p>
                      <a:r>
                        <a:rPr lang="en-US" sz="1200" dirty="0"/>
                        <a:t>Connect and Disconnect</a:t>
                      </a:r>
                    </a:p>
                    <a:p>
                      <a:r>
                        <a:rPr lang="en-US" sz="1200" dirty="0"/>
                        <a:t>Read and Write</a:t>
                      </a:r>
                    </a:p>
                    <a:p>
                      <a:r>
                        <a:rPr lang="en-US" sz="1200" dirty="0"/>
                        <a:t>Send</a:t>
                      </a:r>
                    </a:p>
                    <a:p>
                      <a:r>
                        <a:rPr lang="en-US" sz="1200" dirty="0"/>
                        <a:t>Wait and get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NEW 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778617"/>
                  </a:ext>
                </a:extLst>
              </a:tr>
              <a:tr h="369576">
                <a:tc>
                  <a:txBody>
                    <a:bodyPr/>
                    <a:lstStyle/>
                    <a:p>
                      <a:r>
                        <a:rPr lang="en-US" sz="1200" b="1" dirty="0"/>
                        <a:t>GENERIC</a:t>
                      </a:r>
                      <a:r>
                        <a:rPr lang="en-US" sz="1200" dirty="0"/>
                        <a:t> and </a:t>
                      </a:r>
                      <a:r>
                        <a:rPr lang="en-US" sz="1200" b="1" dirty="0"/>
                        <a:t>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579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Environment and usability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Rename end-user variables, move some back-end functions to a different layer,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142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76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ja-JP" sz="4000" dirty="0"/>
              <a:t>Questions &amp; Feedback</a:t>
            </a:r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08591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solidFill>
                  <a:srgbClr val="FFFFFF"/>
                </a:solidFill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solidFill>
                  <a:srgbClr val="FFFFFF"/>
                </a:solidFill>
                <a:latin typeface="Arial" panose="020B0604020202020204" pitchFamily="34" charset="0"/>
              </a:rPr>
              <a:t>Veoneer</a:t>
            </a:r>
            <a:endParaRPr lang="ro-RO" sz="738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439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 txBox="1"/>
          <p:nvPr/>
        </p:nvSpPr>
        <p:spPr>
          <a:xfrm>
            <a:off x="12346608" y="3299759"/>
            <a:ext cx="184731" cy="391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 altLang="en-US" sz="1943" dirty="0"/>
          </a:p>
        </p:txBody>
      </p:sp>
      <p:sp>
        <p:nvSpPr>
          <p:cNvPr id="2" name="CqClassificationStamp"/>
          <p:cNvSpPr txBox="1"/>
          <p:nvPr/>
        </p:nvSpPr>
        <p:spPr>
          <a:xfrm>
            <a:off x="3437205" y="6629400"/>
            <a:ext cx="5317588" cy="110783"/>
          </a:xfrm>
          <a:prstGeom prst="rect">
            <a:avLst/>
          </a:prstGeom>
          <a:noFill/>
          <a:ln w="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E1E7F3"/>
                </a:solidFill>
              </a14:hiddenLine>
            </a:ext>
          </a:extLst>
        </p:spPr>
        <p:txBody>
          <a:bodyPr vert="horz" wrap="none" lIns="62038" tIns="31019" rIns="62038" bIns="31019" rtlCol="0" anchor="ctr" anchorCtr="0">
            <a:noAutofit/>
          </a:bodyPr>
          <a:lstStyle/>
          <a:p>
            <a:pPr algn="ctr">
              <a:lnSpc>
                <a:spcPts val="985"/>
              </a:lnSpc>
            </a:pPr>
            <a:r>
              <a:rPr lang="en-US" sz="738" dirty="0">
                <a:latin typeface="Arial" panose="020B0604020202020204" pitchFamily="34" charset="0"/>
              </a:rPr>
              <a:t>Information Type: Working Standard, Disclosure Range: Confidential, Information Owner: NTT DATA Romania &amp; </a:t>
            </a:r>
            <a:r>
              <a:rPr lang="en-US" sz="738" dirty="0" err="1">
                <a:latin typeface="Arial" panose="020B0604020202020204" pitchFamily="34" charset="0"/>
              </a:rPr>
              <a:t>Veoneer</a:t>
            </a:r>
            <a:endParaRPr lang="ro-RO" sz="738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20826"/>
      </p:ext>
    </p:extLst>
  </p:cSld>
  <p:clrMapOvr>
    <a:masterClrMapping/>
  </p:clrMapOvr>
</p:sld>
</file>

<file path=ppt/theme/theme1.xml><?xml version="1.0" encoding="utf-8"?>
<a:theme xmlns:a="http://schemas.openxmlformats.org/drawingml/2006/main" name="TokyoPRD_2016PPTTemplate_v1">
  <a:themeElements>
    <a:clrScheme name="NTT DATA COLOR MASTER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源真ゴシック P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 Template_english_A4.pptx" id="{CD7412D8-E4C4-4F51-B9EB-CC76624E9B26}" vid="{CBD48F74-65C9-4871-B54F-58462464F883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8C684FA8C42B4A86CE93DF86929272" ma:contentTypeVersion="6" ma:contentTypeDescription="Creați un document nou." ma:contentTypeScope="" ma:versionID="850bdb4744d2508c807d1c0fc7b1d96f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31b87b23e778e3135da97957819c371d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8" nillable="true" ma:displayName="Evaluare (0-5)" ma:decimals="2" ma:description="Valoare medie a tuturor evaluărilor remise" ma:internalName="AverageRating" ma:readOnly="true">
      <xsd:simpleType>
        <xsd:restriction base="dms:Number"/>
      </xsd:simpleType>
    </xsd:element>
    <xsd:element name="RatingCount" ma:index="9" nillable="true" ma:displayName="Număr de evaluări" ma:decimals="0" ma:description="Număr de evaluări remise" ma:internalName="RatingCount" ma:readOnly="true">
      <xsd:simpleType>
        <xsd:restriction base="dms:Number"/>
      </xsd:simpleType>
    </xsd:element>
    <xsd:element name="RatedBy" ma:index="10" nillable="true" ma:displayName="Evaluat de" ma:description="Utilizatorii au evaluat elementul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1" nillable="true" ma:displayName="Calificative de utilizator" ma:description="Calificative de utilizator pentru element" ma:hidden="true" ma:internalName="Ratings">
      <xsd:simpleType>
        <xsd:restriction base="dms:Note"/>
      </xsd:simpleType>
    </xsd:element>
    <xsd:element name="LikesCount" ma:index="12" nillable="true" ma:displayName="Număr aprecieri" ma:internalName="LikesCount">
      <xsd:simpleType>
        <xsd:restriction base="dms:Unknown"/>
      </xsd:simpleType>
    </xsd:element>
    <xsd:element name="LikedBy" ma:index="13" nillable="true" ma:displayName="Apreciat de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FF443908-1034-45DE-BFEC-E008AEB98E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048EDF-277B-4100-9876-DF3685DEDB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E42AB0-335C-44A0-A064-5814250D455A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Template_A4</Template>
  <TotalTime>3899</TotalTime>
  <Words>2920</Words>
  <Application>Microsoft Office PowerPoint</Application>
  <PresentationFormat>Widescreen</PresentationFormat>
  <Paragraphs>438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HGPGothicE</vt:lpstr>
      <vt:lpstr>HGP創英角ｺﾞｼｯｸUB</vt:lpstr>
      <vt:lpstr>Meiryo UI</vt:lpstr>
      <vt:lpstr>MS PGothic</vt:lpstr>
      <vt:lpstr>Yu Gothic</vt:lpstr>
      <vt:lpstr>Arial</vt:lpstr>
      <vt:lpstr>TokyoPRD_2016PPTTemplate_v1</vt:lpstr>
      <vt:lpstr>PowerPoint Presentation</vt:lpstr>
      <vt:lpstr>PowerPoint Presentation</vt:lpstr>
      <vt:lpstr>PowerPoint Presentation</vt:lpstr>
      <vt:lpstr>Framework description</vt:lpstr>
      <vt:lpstr>PowerPoint Presentation</vt:lpstr>
      <vt:lpstr>Framework layers</vt:lpstr>
      <vt:lpstr>PowerPoint Presentation</vt:lpstr>
      <vt:lpstr>PowerPoint Presentation</vt:lpstr>
      <vt:lpstr>PowerPoint Presentation</vt:lpstr>
      <vt:lpstr>PowerPoint Presentation</vt:lpstr>
      <vt:lpstr>Structure of 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Structure of EXPECTED</vt:lpstr>
      <vt:lpstr>PowerPoint Presentation</vt:lpstr>
      <vt:lpstr>Generated test report</vt:lpstr>
      <vt:lpstr>PowerPoint Presentation</vt:lpstr>
      <vt:lpstr>Modularity</vt:lpstr>
      <vt:lpstr>PowerPoint Presentation</vt:lpstr>
      <vt:lpstr>Test template structure</vt:lpstr>
      <vt:lpstr>PowerPoint Presentation</vt:lpstr>
      <vt:lpstr>PowerPoint Presentation</vt:lpstr>
      <vt:lpstr>PowerPoint Presentation</vt:lpstr>
      <vt:lpstr>PowerPoint Presentation</vt:lpstr>
      <vt:lpstr>Debug support</vt:lpstr>
      <vt:lpstr>PowerPoint Presentation</vt:lpstr>
      <vt:lpstr>PowerPoint Presentation</vt:lpstr>
      <vt:lpstr>Framework Documentation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Naming convention</vt:lpstr>
      <vt:lpstr>PowerPoint Presentation</vt:lpstr>
      <vt:lpstr>Version 1.0 – Release notes</vt:lpstr>
      <vt:lpstr>PowerPoint Presentation</vt:lpstr>
      <vt:lpstr>PowerPoint Presentation</vt:lpstr>
      <vt:lpstr>Version 2.0 – Planning</vt:lpstr>
      <vt:lpstr>PowerPoint Presentation</vt:lpstr>
      <vt:lpstr>Questions &amp; Feedback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Ioana Pacurariu</dc:creator>
  <cp:lastModifiedBy>Romulus Bita</cp:lastModifiedBy>
  <cp:revision>306</cp:revision>
  <cp:lastPrinted>2016-10-07T07:48:50Z</cp:lastPrinted>
  <dcterms:created xsi:type="dcterms:W3CDTF">2017-10-09T07:57:15Z</dcterms:created>
  <dcterms:modified xsi:type="dcterms:W3CDTF">2019-02-15T14:50:54Z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0x0101007A8C684FA8C42B4A86CE93DF86929272</vt:lpwstr>
  </property>
  <property fmtid="{D5CDD505-2E9C-101B-9397-08002B2CF9AE}" pid="3" name="CqChecksum">
    <vt:lpwstr>791280D49D9B78E7D21BD4C43A41E05B</vt:lpwstr>
  </property>
  <property fmtid="{D5CDD505-2E9C-101B-9397-08002B2CF9AE}" pid="4" name="CqInformationType">
    <vt:lpwstr>Working Standard</vt:lpwstr>
  </property>
  <property fmtid="{D5CDD505-2E9C-101B-9397-08002B2CF9AE}" pid="5" name="CqVitality">
    <vt:lpwstr/>
  </property>
  <property fmtid="{D5CDD505-2E9C-101B-9397-08002B2CF9AE}" pid="6" name="CqDisclosureRange">
    <vt:lpwstr/>
  </property>
  <property fmtid="{D5CDD505-2E9C-101B-9397-08002B2CF9AE}" pid="7" name="CqDisclosureRangeStamp">
    <vt:lpwstr/>
  </property>
  <property fmtid="{D5CDD505-2E9C-101B-9397-08002B2CF9AE}" pid="8" name="CqDisclosureRangeLimitation">
    <vt:lpwstr/>
  </property>
  <property fmtid="{D5CDD505-2E9C-101B-9397-08002B2CF9AE}" pid="9" name="CqOwner">
    <vt:lpwstr>anamaria.oprea</vt:lpwstr>
  </property>
  <property fmtid="{D5CDD505-2E9C-101B-9397-08002B2CF9AE}" pid="10" name="CqDepartment">
    <vt:lpwstr/>
  </property>
  <property fmtid="{D5CDD505-2E9C-101B-9397-08002B2CF9AE}" pid="11" name="CqCompanyOwner">
    <vt:lpwstr>NTT DATA Romania</vt:lpwstr>
  </property>
</Properties>
</file>